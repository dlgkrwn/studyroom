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7" r:id="rId3"/>
    <p:sldId id="258" r:id="rId4"/>
    <p:sldId id="265" r:id="rId5"/>
    <p:sldId id="266" r:id="rId6"/>
    <p:sldId id="267" r:id="rId7"/>
    <p:sldId id="274" r:id="rId8"/>
    <p:sldId id="268" r:id="rId9"/>
    <p:sldId id="269" r:id="rId10"/>
    <p:sldId id="270" r:id="rId11"/>
    <p:sldId id="273" r:id="rId12"/>
    <p:sldId id="275" r:id="rId13"/>
    <p:sldId id="271" r:id="rId14"/>
    <p:sldId id="276" r:id="rId15"/>
    <p:sldId id="261" r:id="rId16"/>
    <p:sldId id="277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29" autoAdjust="0"/>
    <p:restoredTop sz="94660"/>
  </p:normalViewPr>
  <p:slideViewPr>
    <p:cSldViewPr snapToGrid="0">
      <p:cViewPr varScale="1">
        <p:scale>
          <a:sx n="86" d="100"/>
          <a:sy n="86" d="100"/>
        </p:scale>
        <p:origin x="73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2022-05-31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887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2022-05-31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585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2022-05-31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4287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2022-05-31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8911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2022-05-31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2682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2022-05-31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176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2022-05-31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227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2022-05-31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084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2022-05-31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7812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2022-05-31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993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2022-05-31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0999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817FC0-B062-4A79-9E0F-A61A39656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08497F-D051-487B-9817-12C68C29D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55031C-774C-4724-88BB-99709ED78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33974-0DE6-4A8F-BB69-E31F6973F98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2022-05-31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765223-6EC7-4B44-BA2C-23583F04C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639524-7481-4E97-96CA-1B468AC56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EDF1-DC2E-4AC1-883D-DCC45391C388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645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75263-5B0A-4A7D-A139-F691599B5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962AE7-7A91-4D1B-BB84-11A72CAD2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98BD0C-1127-46BC-A81A-5D358F16A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33974-0DE6-4A8F-BB69-E31F6973F98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2022-05-31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9392FB-E089-42E1-9172-0A8E38156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719C14-8CBA-490B-A3FE-7CCAD7EB4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EDF1-DC2E-4AC1-883D-DCC45391C388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147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CC2AE8-C907-4452-AC2B-D438B0A2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5FE845-47B0-4624-8581-EF81DF9B8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4885F6-E947-43C4-B0F6-8ACD2119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33974-0DE6-4A8F-BB69-E31F6973F98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2022-05-31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8978DB-ADD9-4348-AA6D-7D2043AC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B33A91-A012-46EE-847A-D0AB7E553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EDF1-DC2E-4AC1-883D-DCC45391C388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3085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FA75B6-BD52-4E62-9A5F-F6CC6EC91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FDC102-F8BA-40F2-B6C1-004C5D22AD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997544-CC67-402F-A726-A6963D489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EA74E9-B59C-467C-8D0A-0F5900F0E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33974-0DE6-4A8F-BB69-E31F6973F98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2022-05-31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813541-BD82-4C41-B52C-32CF64C26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F14D0B-5CFD-4118-95CF-2DC60E1BA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EDF1-DC2E-4AC1-883D-DCC45391C388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410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5CC431-28BF-422C-A574-6A2EB165E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855273-C432-4CFC-A9DE-7DB901CA1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DD251C-2057-4D75-AF81-4AF765380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B1BB896-7E80-409A-A400-84ED11FEC6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7E242FA-974B-400E-9878-202EB7E014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316A956-4F44-44C2-9A58-7F18952D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33974-0DE6-4A8F-BB69-E31F6973F98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2022-05-31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6D333B5-10CB-4216-A05C-BAABB56F5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C2DC03-7377-484C-A4D6-5050C2082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EDF1-DC2E-4AC1-883D-DCC45391C388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329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0E15E4-60A8-40FC-891F-18EF89F1C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AD75418-6721-4055-93B9-2B7C681CE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33974-0DE6-4A8F-BB69-E31F6973F98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2022-05-31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57CDF39-3724-441D-A7F5-58EF648C2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EF9F90-B7BB-4CBF-9303-977F35D69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EDF1-DC2E-4AC1-883D-DCC45391C388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20335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079818-9171-411D-ABDC-4551F9F24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33974-0DE6-4A8F-BB69-E31F6973F98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2022-05-31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57E9E05-1DBA-4B38-B200-484704692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02E3F6-B3ED-487E-8E61-02A7F716F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EDF1-DC2E-4AC1-883D-DCC45391C388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1630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80B377-6D1D-452E-968B-2FE82C103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292A39-1193-43A4-BA8F-5BF4E1EA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003162D-EB3C-4274-8C24-97C1793AFB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C5493F-13DD-44AB-B904-6F5D5EDC7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33974-0DE6-4A8F-BB69-E31F6973F98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2022-05-31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463539-03B2-4297-8446-E68EA9B3E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F5B45F-299A-46D3-B52A-EA82895F1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EDF1-DC2E-4AC1-883D-DCC45391C388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19319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72DB6E-52DF-43F4-90B5-70659C48A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CDD68FA-4255-4660-9642-3A077219CD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DAEA23-1284-4E41-93FE-C4E4B73AD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13DC69-4B31-471F-AAC2-3F8448826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33974-0DE6-4A8F-BB69-E31F6973F98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2022-05-31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36D06C-A590-440B-894F-631BF513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9651F8-446D-48C6-8564-2923CE8BB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EDF1-DC2E-4AC1-883D-DCC45391C388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5218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4D36AE-0DD9-4221-A422-65C5A8588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500439-8BEE-4CD6-968D-5145BF932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85A840-C2C1-441E-89C6-811E174B0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33974-0DE6-4A8F-BB69-E31F6973F98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2022-05-31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AEE154-4562-4216-9F68-4F457C4A9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F146CC-1337-4FCB-8424-9BE65D36D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EDF1-DC2E-4AC1-883D-DCC45391C388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6632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21FFBC3-4A34-4EA5-A00B-54E43075B9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640BB0-22B0-487E-951B-146CBDD3B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7C5020-C573-4CCF-9D13-5A62C1848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33974-0DE6-4A8F-BB69-E31F6973F98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2022-05-31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7395E1-A2F7-48AA-8DB0-BA3222015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B81562-D337-4A06-8E86-3219151AD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1EDF1-DC2E-4AC1-883D-DCC45391C388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2303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2022-05-31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3908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ED9EFDA-76EC-4A1C-8CF8-2E6D67966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D26798-377E-41B6-8F9C-9FAB74E76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3887C8-10F6-45D7-93A2-E1948EABBE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33974-0DE6-4A8F-BB69-E31F6973F98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2022-05-31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BC6137-D46D-476B-BA52-D15629B179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CB312D-712D-41C2-8417-E2B830BEE8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1EDF1-DC2E-4AC1-883D-DCC45391C388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154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C9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/>
          <p:cNvGrpSpPr/>
          <p:nvPr/>
        </p:nvGrpSpPr>
        <p:grpSpPr>
          <a:xfrm>
            <a:off x="2538184" y="1806775"/>
            <a:ext cx="7643674" cy="1809542"/>
            <a:chOff x="488950" y="4659084"/>
            <a:chExt cx="5448554" cy="2099131"/>
          </a:xfrm>
        </p:grpSpPr>
        <p:sp>
          <p:nvSpPr>
            <p:cNvPr id="5" name="직사각형 4"/>
            <p:cNvSpPr/>
            <p:nvPr/>
          </p:nvSpPr>
          <p:spPr>
            <a:xfrm>
              <a:off x="488950" y="4659084"/>
              <a:ext cx="5448554" cy="19830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dist="63500" dir="16200000" rotWithShape="0">
                <a:srgbClr val="BEE2FC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직각 삼각형 6"/>
            <p:cNvSpPr/>
            <p:nvPr/>
          </p:nvSpPr>
          <p:spPr>
            <a:xfrm flipV="1">
              <a:off x="651933" y="6656615"/>
              <a:ext cx="1917700" cy="101600"/>
            </a:xfrm>
            <a:prstGeom prst="rtTriangle">
              <a:avLst/>
            </a:prstGeom>
            <a:solidFill>
              <a:schemeClr val="tx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직각 삼각형 7"/>
            <p:cNvSpPr/>
            <p:nvPr/>
          </p:nvSpPr>
          <p:spPr>
            <a:xfrm flipH="1" flipV="1">
              <a:off x="3867785" y="6645272"/>
              <a:ext cx="1917700" cy="101600"/>
            </a:xfrm>
            <a:prstGeom prst="rtTriangle">
              <a:avLst/>
            </a:prstGeom>
            <a:solidFill>
              <a:schemeClr val="tx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40" name="직사각형 39"/>
          <p:cNvSpPr/>
          <p:nvPr/>
        </p:nvSpPr>
        <p:spPr>
          <a:xfrm>
            <a:off x="5361232" y="4011393"/>
            <a:ext cx="18213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20211484 </a:t>
            </a:r>
            <a:r>
              <a:rPr lang="ko-KR" alt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최은정</a:t>
            </a:r>
            <a:endParaRPr lang="en-US" altLang="ko-KR" sz="1600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20211481 </a:t>
            </a:r>
            <a:r>
              <a:rPr lang="ko-KR" alt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박지윤</a:t>
            </a:r>
            <a:endParaRPr lang="en-US" altLang="ko-KR" sz="1600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20211459 </a:t>
            </a:r>
            <a:r>
              <a:rPr lang="ko-KR" alt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이학주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3172236" y="2158353"/>
            <a:ext cx="6375569" cy="1006290"/>
          </a:xfrm>
          <a:prstGeom prst="rect">
            <a:avLst/>
          </a:prstGeom>
          <a:noFill/>
          <a:ln>
            <a:solidFill>
              <a:srgbClr val="BEE2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defRPr/>
            </a:pPr>
            <a:r>
              <a:rPr lang="ko-KR" altLang="en-US" sz="40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글로벌기업데이터시각화</a:t>
            </a:r>
            <a:endParaRPr lang="en-US" altLang="ko-KR" sz="4000" b="1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679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C9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DA899EA-5290-4466-9CDB-D71C1B2EDCFA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endParaRPr lang="ko-KR" altLang="en-US" sz="7200" kern="0" dirty="0">
              <a:solidFill>
                <a:prstClr val="white"/>
              </a:solidFill>
            </a:endParaRPr>
          </a:p>
        </p:txBody>
      </p:sp>
      <p:sp>
        <p:nvSpPr>
          <p:cNvPr id="7" name="모서리가 둥근 직사각형 5">
            <a:extLst>
              <a:ext uri="{FF2B5EF4-FFF2-40B4-BE49-F238E27FC236}">
                <a16:creationId xmlns:a16="http://schemas.microsoft.com/office/drawing/2014/main" id="{978B0B98-AD96-4F4D-A1D3-E344E7E3ADFB}"/>
              </a:ext>
            </a:extLst>
          </p:cNvPr>
          <p:cNvSpPr/>
          <p:nvPr/>
        </p:nvSpPr>
        <p:spPr>
          <a:xfrm>
            <a:off x="167557" y="232092"/>
            <a:ext cx="11747157" cy="635392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dist="127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3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데이터</a:t>
            </a:r>
            <a:endParaRPr lang="en-US" altLang="ko-KR" sz="3400" b="1" kern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73" y="1152144"/>
            <a:ext cx="8098342" cy="5239778"/>
          </a:xfrm>
          <a:prstGeom prst="rect">
            <a:avLst/>
          </a:prstGeom>
        </p:spPr>
      </p:pic>
      <p:cxnSp>
        <p:nvCxnSpPr>
          <p:cNvPr id="28" name="꺾인 연결선 27"/>
          <p:cNvCxnSpPr/>
          <p:nvPr/>
        </p:nvCxnSpPr>
        <p:spPr>
          <a:xfrm rot="16200000" flipV="1">
            <a:off x="7521775" y="2226607"/>
            <a:ext cx="3788709" cy="2265685"/>
          </a:xfrm>
          <a:prstGeom prst="bentConnector3">
            <a:avLst>
              <a:gd name="adj1" fmla="val 3661"/>
            </a:avLst>
          </a:prstGeom>
          <a:ln>
            <a:solidFill>
              <a:srgbClr val="3D9DE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8528215" y="5348216"/>
            <a:ext cx="37637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1500" b="1" kern="0" dirty="0" smtClean="0">
                <a:solidFill>
                  <a:srgbClr val="000000"/>
                </a:solidFill>
                <a:latin typeface="+mn-ea"/>
              </a:rPr>
              <a:t>시장가치</a:t>
            </a:r>
            <a:r>
              <a:rPr lang="en-US" altLang="ko-KR" sz="1500" kern="0" dirty="0" smtClean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500" kern="0" dirty="0" smtClean="0">
                <a:solidFill>
                  <a:srgbClr val="000000"/>
                </a:solidFill>
                <a:latin typeface="+mn-ea"/>
              </a:rPr>
              <a:t>시장성</a:t>
            </a:r>
            <a:r>
              <a:rPr lang="en-US" altLang="ko-KR" sz="1500" kern="0" dirty="0" smtClean="0">
                <a:solidFill>
                  <a:srgbClr val="000000"/>
                </a:solidFill>
                <a:latin typeface="+mn-ea"/>
              </a:rPr>
              <a:t>,</a:t>
            </a:r>
            <a:r>
              <a:rPr lang="ko-KR" altLang="en-US" sz="1500" kern="0" dirty="0" smtClean="0">
                <a:solidFill>
                  <a:srgbClr val="000000"/>
                </a:solidFill>
                <a:latin typeface="+mn-ea"/>
              </a:rPr>
              <a:t> 즉 </a:t>
            </a:r>
            <a:r>
              <a:rPr lang="ko-KR" altLang="en-US" sz="1500" kern="0" dirty="0" err="1">
                <a:solidFill>
                  <a:srgbClr val="000000"/>
                </a:solidFill>
                <a:latin typeface="+mn-ea"/>
              </a:rPr>
              <a:t>매매가능성</a:t>
            </a:r>
            <a:r>
              <a:rPr lang="ko-KR" altLang="en-US" sz="1500" kern="0" dirty="0">
                <a:solidFill>
                  <a:srgbClr val="000000"/>
                </a:solidFill>
                <a:latin typeface="+mn-ea"/>
              </a:rPr>
              <a:t> 또는 </a:t>
            </a:r>
            <a:endParaRPr lang="en-US" altLang="ko-KR" sz="1500" kern="0" dirty="0" smtClean="0">
              <a:solidFill>
                <a:srgbClr val="000000"/>
              </a:solidFill>
              <a:latin typeface="+mn-ea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500" kern="0" dirty="0" smtClean="0">
                <a:solidFill>
                  <a:srgbClr val="000000"/>
                </a:solidFill>
                <a:latin typeface="+mn-ea"/>
              </a:rPr>
              <a:t>임대가능성이 </a:t>
            </a:r>
            <a:r>
              <a:rPr lang="ko-KR" altLang="en-US" sz="1500" kern="0" dirty="0">
                <a:solidFill>
                  <a:srgbClr val="000000"/>
                </a:solidFill>
                <a:latin typeface="+mn-ea"/>
              </a:rPr>
              <a:t>있는 </a:t>
            </a:r>
            <a:r>
              <a:rPr lang="ko-KR" altLang="en-US" sz="1500" kern="0" dirty="0" smtClean="0">
                <a:solidFill>
                  <a:srgbClr val="000000"/>
                </a:solidFill>
                <a:latin typeface="+mn-ea"/>
              </a:rPr>
              <a:t>물건에 </a:t>
            </a:r>
            <a:r>
              <a:rPr lang="ko-KR" altLang="en-US" sz="1500" kern="0" dirty="0">
                <a:solidFill>
                  <a:srgbClr val="000000"/>
                </a:solidFill>
                <a:latin typeface="+mn-ea"/>
              </a:rPr>
              <a:t>대한 가격</a:t>
            </a:r>
            <a:r>
              <a:rPr lang="en-US" altLang="ko-KR" sz="1500" kern="0" dirty="0">
                <a:solidFill>
                  <a:srgbClr val="000000"/>
                </a:solidFill>
                <a:latin typeface="+mn-ea"/>
              </a:rPr>
              <a:t>.</a:t>
            </a:r>
            <a:endParaRPr lang="ko-KR" altLang="en-US" sz="15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36" name="꺾인 연결선 35"/>
          <p:cNvCxnSpPr/>
          <p:nvPr/>
        </p:nvCxnSpPr>
        <p:spPr>
          <a:xfrm rot="10800000" flipV="1">
            <a:off x="5648852" y="564342"/>
            <a:ext cx="3767278" cy="893662"/>
          </a:xfrm>
          <a:prstGeom prst="bentConnector3">
            <a:avLst>
              <a:gd name="adj1" fmla="val 50000"/>
            </a:avLst>
          </a:prstGeom>
          <a:ln>
            <a:solidFill>
              <a:srgbClr val="3D9DE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/>
          <p:cNvSpPr/>
          <p:nvPr/>
        </p:nvSpPr>
        <p:spPr>
          <a:xfrm>
            <a:off x="9416129" y="311502"/>
            <a:ext cx="1515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1500" b="1" kern="0" dirty="0" smtClean="0">
                <a:solidFill>
                  <a:srgbClr val="000000"/>
                </a:solidFill>
                <a:latin typeface="+mj-ea"/>
                <a:ea typeface="+mj-ea"/>
              </a:rPr>
              <a:t>매상</a:t>
            </a:r>
            <a:r>
              <a:rPr lang="en-US" altLang="ko-KR" sz="1500" kern="0" dirty="0" smtClean="0">
                <a:solidFill>
                  <a:srgbClr val="000000"/>
                </a:solidFill>
                <a:latin typeface="+mj-ea"/>
                <a:ea typeface="+mj-ea"/>
              </a:rPr>
              <a:t>: </a:t>
            </a:r>
            <a:r>
              <a:rPr lang="ko-KR" altLang="en-US" sz="1500" kern="0" dirty="0" smtClean="0">
                <a:solidFill>
                  <a:srgbClr val="000000"/>
                </a:solidFill>
                <a:latin typeface="+mj-ea"/>
                <a:ea typeface="+mj-ea"/>
              </a:rPr>
              <a:t>매출 수익</a:t>
            </a:r>
            <a:endParaRPr lang="ko-KR" altLang="en-US" sz="1500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cxnSp>
        <p:nvCxnSpPr>
          <p:cNvPr id="44" name="꺾인 연결선 43"/>
          <p:cNvCxnSpPr/>
          <p:nvPr/>
        </p:nvCxnSpPr>
        <p:spPr>
          <a:xfrm rot="10800000">
            <a:off x="6235196" y="1578654"/>
            <a:ext cx="3180935" cy="573856"/>
          </a:xfrm>
          <a:prstGeom prst="bentConnector3">
            <a:avLst>
              <a:gd name="adj1" fmla="val 50000"/>
            </a:avLst>
          </a:prstGeom>
          <a:ln>
            <a:solidFill>
              <a:srgbClr val="3D9DE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9435125" y="1021405"/>
            <a:ext cx="44181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1500" b="1" kern="0" dirty="0" smtClean="0">
                <a:solidFill>
                  <a:srgbClr val="000000"/>
                </a:solidFill>
                <a:latin typeface="+mj-ea"/>
                <a:ea typeface="+mj-ea"/>
              </a:rPr>
              <a:t>이익</a:t>
            </a:r>
            <a:r>
              <a:rPr lang="en-US" altLang="ko-KR" sz="1500" kern="0" dirty="0" smtClean="0">
                <a:solidFill>
                  <a:srgbClr val="000000"/>
                </a:solidFill>
                <a:latin typeface="+mj-ea"/>
                <a:ea typeface="+mj-ea"/>
              </a:rPr>
              <a:t>: </a:t>
            </a:r>
            <a:r>
              <a:rPr lang="ko-KR" altLang="en-US" sz="1500" kern="0" dirty="0" err="1" smtClean="0">
                <a:solidFill>
                  <a:srgbClr val="000000"/>
                </a:solidFill>
                <a:latin typeface="+mj-ea"/>
                <a:ea typeface="+mj-ea"/>
              </a:rPr>
              <a:t>총수익에서</a:t>
            </a:r>
            <a:r>
              <a:rPr lang="ko-KR" altLang="en-US" sz="1500" kern="0" dirty="0" smtClean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endParaRPr lang="en-US" altLang="ko-KR" sz="1500" kern="0" dirty="0" smtClean="0">
              <a:solidFill>
                <a:srgbClr val="000000"/>
              </a:solidFill>
              <a:latin typeface="+mj-ea"/>
              <a:ea typeface="+mj-ea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500" kern="0" dirty="0" smtClean="0">
                <a:solidFill>
                  <a:srgbClr val="000000"/>
                </a:solidFill>
                <a:latin typeface="+mj-ea"/>
                <a:ea typeface="+mj-ea"/>
              </a:rPr>
              <a:t>총비용을 공제한 차액이 </a:t>
            </a:r>
            <a:endParaRPr lang="en-US" altLang="ko-KR" sz="1500" kern="0" dirty="0" smtClean="0">
              <a:solidFill>
                <a:srgbClr val="000000"/>
              </a:solidFill>
              <a:latin typeface="+mj-ea"/>
              <a:ea typeface="+mj-ea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500" kern="0" dirty="0" smtClean="0">
                <a:solidFill>
                  <a:srgbClr val="000000"/>
                </a:solidFill>
                <a:latin typeface="+mj-ea"/>
                <a:ea typeface="+mj-ea"/>
              </a:rPr>
              <a:t>양의 값인 경우에 </a:t>
            </a:r>
            <a:endParaRPr lang="en-US" altLang="ko-KR" sz="1500" kern="0" dirty="0" smtClean="0">
              <a:solidFill>
                <a:srgbClr val="000000"/>
              </a:solidFill>
              <a:latin typeface="+mj-ea"/>
              <a:ea typeface="+mj-ea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500" kern="0" dirty="0" smtClean="0">
                <a:solidFill>
                  <a:srgbClr val="000000"/>
                </a:solidFill>
                <a:latin typeface="+mj-ea"/>
                <a:ea typeface="+mj-ea"/>
              </a:rPr>
              <a:t>그 금액을 의미</a:t>
            </a:r>
            <a:endParaRPr lang="ko-KR" altLang="en-US" sz="1500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cxnSp>
        <p:nvCxnSpPr>
          <p:cNvPr id="48" name="꺾인 연결선 47"/>
          <p:cNvCxnSpPr/>
          <p:nvPr/>
        </p:nvCxnSpPr>
        <p:spPr>
          <a:xfrm rot="16200000" flipV="1">
            <a:off x="7020065" y="1519358"/>
            <a:ext cx="1724088" cy="1615563"/>
          </a:xfrm>
          <a:prstGeom prst="bentConnector3">
            <a:avLst>
              <a:gd name="adj1" fmla="val 50000"/>
            </a:avLst>
          </a:prstGeom>
          <a:ln>
            <a:solidFill>
              <a:srgbClr val="3D9DE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/>
          <p:cNvSpPr/>
          <p:nvPr/>
        </p:nvSpPr>
        <p:spPr>
          <a:xfrm>
            <a:off x="8404779" y="3161923"/>
            <a:ext cx="388713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1500" b="1" kern="0" dirty="0" smtClean="0">
                <a:solidFill>
                  <a:srgbClr val="000000"/>
                </a:solidFill>
                <a:latin typeface="+mn-ea"/>
              </a:rPr>
              <a:t>자산</a:t>
            </a:r>
            <a:r>
              <a:rPr lang="en-US" altLang="ko-KR" sz="1500" kern="0" dirty="0" smtClean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500" kern="0" dirty="0" smtClean="0">
                <a:solidFill>
                  <a:srgbClr val="000000"/>
                </a:solidFill>
                <a:latin typeface="+mn-ea"/>
              </a:rPr>
              <a:t>거래를 </a:t>
            </a:r>
            <a:r>
              <a:rPr lang="ko-KR" altLang="en-US" sz="1500" kern="0" dirty="0">
                <a:solidFill>
                  <a:srgbClr val="000000"/>
                </a:solidFill>
                <a:latin typeface="+mn-ea"/>
              </a:rPr>
              <a:t>통하여 획득한 </a:t>
            </a:r>
            <a:r>
              <a:rPr lang="ko-KR" altLang="en-US" sz="1500" kern="0" dirty="0" smtClean="0">
                <a:solidFill>
                  <a:srgbClr val="000000"/>
                </a:solidFill>
                <a:latin typeface="+mn-ea"/>
              </a:rPr>
              <a:t>화폐단위</a:t>
            </a:r>
            <a:r>
              <a:rPr lang="ko-KR" altLang="en-US" sz="1500" kern="0" dirty="0">
                <a:solidFill>
                  <a:srgbClr val="000000"/>
                </a:solidFill>
                <a:latin typeface="+mn-ea"/>
              </a:rPr>
              <a:t>로</a:t>
            </a:r>
            <a:r>
              <a:rPr lang="ko-KR" altLang="en-US" sz="1500" kern="0" dirty="0" smtClean="0">
                <a:solidFill>
                  <a:srgbClr val="000000"/>
                </a:solidFill>
                <a:latin typeface="+mn-ea"/>
              </a:rPr>
              <a:t> </a:t>
            </a:r>
            <a:endParaRPr lang="en-US" altLang="ko-KR" sz="1500" kern="0" dirty="0" smtClean="0">
              <a:solidFill>
                <a:srgbClr val="000000"/>
              </a:solidFill>
              <a:latin typeface="+mn-ea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500" kern="0" dirty="0" smtClean="0">
                <a:solidFill>
                  <a:srgbClr val="000000"/>
                </a:solidFill>
                <a:latin typeface="+mn-ea"/>
              </a:rPr>
              <a:t>측정 </a:t>
            </a:r>
            <a:r>
              <a:rPr lang="ko-KR" altLang="en-US" sz="1500" kern="0" dirty="0">
                <a:solidFill>
                  <a:srgbClr val="000000"/>
                </a:solidFill>
                <a:latin typeface="+mn-ea"/>
              </a:rPr>
              <a:t>가능한 재산과 서비스를 </a:t>
            </a:r>
            <a:endParaRPr lang="en-US" altLang="ko-KR" sz="1500" kern="0" dirty="0" smtClean="0">
              <a:solidFill>
                <a:srgbClr val="000000"/>
              </a:solidFill>
              <a:latin typeface="+mn-ea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500" kern="0" dirty="0" smtClean="0">
                <a:solidFill>
                  <a:srgbClr val="000000"/>
                </a:solidFill>
                <a:latin typeface="+mn-ea"/>
              </a:rPr>
              <a:t>받을 </a:t>
            </a:r>
            <a:r>
              <a:rPr lang="ko-KR" altLang="en-US" sz="1500" kern="0" dirty="0">
                <a:solidFill>
                  <a:srgbClr val="000000"/>
                </a:solidFill>
                <a:latin typeface="+mn-ea"/>
              </a:rPr>
              <a:t>권리</a:t>
            </a:r>
            <a:r>
              <a:rPr lang="en-US" altLang="ko-KR" sz="1500" kern="0" dirty="0" smtClean="0">
                <a:solidFill>
                  <a:srgbClr val="000000"/>
                </a:solidFill>
                <a:latin typeface="+mn-ea"/>
              </a:rPr>
              <a:t>,</a:t>
            </a:r>
            <a:r>
              <a:rPr lang="ko-KR" altLang="en-US" sz="1500" kern="0" dirty="0" smtClean="0">
                <a:solidFill>
                  <a:srgbClr val="000000"/>
                </a:solidFill>
                <a:latin typeface="+mn-ea"/>
              </a:rPr>
              <a:t> 기업이 </a:t>
            </a:r>
            <a:r>
              <a:rPr lang="ko-KR" altLang="en-US" sz="1500" kern="0" dirty="0">
                <a:solidFill>
                  <a:srgbClr val="000000"/>
                </a:solidFill>
                <a:latin typeface="+mn-ea"/>
              </a:rPr>
              <a:t>소유하고 있는 </a:t>
            </a:r>
            <a:endParaRPr lang="en-US" altLang="ko-KR" sz="1500" kern="0" dirty="0" smtClean="0">
              <a:solidFill>
                <a:srgbClr val="000000"/>
              </a:solidFill>
              <a:latin typeface="+mn-ea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500" kern="0" dirty="0" err="1" smtClean="0">
                <a:solidFill>
                  <a:srgbClr val="000000"/>
                </a:solidFill>
                <a:latin typeface="+mn-ea"/>
              </a:rPr>
              <a:t>유형ㆍ무형의</a:t>
            </a:r>
            <a:r>
              <a:rPr lang="ko-KR" altLang="en-US" sz="1500" kern="0" dirty="0" smtClean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500" kern="0" dirty="0" err="1">
                <a:solidFill>
                  <a:srgbClr val="000000"/>
                </a:solidFill>
                <a:latin typeface="+mn-ea"/>
              </a:rPr>
              <a:t>유가치물</a:t>
            </a:r>
            <a:endParaRPr lang="ko-KR" altLang="en-US" sz="1500" kern="0" dirty="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86498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C9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모서리가 둥근 직사각형 125"/>
          <p:cNvSpPr/>
          <p:nvPr/>
        </p:nvSpPr>
        <p:spPr>
          <a:xfrm>
            <a:off x="351380" y="3057854"/>
            <a:ext cx="11491431" cy="2907940"/>
          </a:xfrm>
          <a:prstGeom prst="roundRect">
            <a:avLst>
              <a:gd name="adj" fmla="val 8564"/>
            </a:avLst>
          </a:prstGeom>
          <a:solidFill>
            <a:schemeClr val="bg1"/>
          </a:solidFill>
          <a:ln w="6350">
            <a:solidFill>
              <a:srgbClr val="C9C4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dirty="0">
              <a:solidFill>
                <a:prstClr val="white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DA899EA-5290-4466-9CDB-D71C1B2EDCFA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endParaRPr lang="ko-KR" altLang="en-US" sz="7200" kern="0" dirty="0">
              <a:solidFill>
                <a:prstClr val="white"/>
              </a:solidFill>
            </a:endParaRPr>
          </a:p>
        </p:txBody>
      </p:sp>
      <p:sp>
        <p:nvSpPr>
          <p:cNvPr id="7" name="모서리가 둥근 직사각형 5">
            <a:extLst>
              <a:ext uri="{FF2B5EF4-FFF2-40B4-BE49-F238E27FC236}">
                <a16:creationId xmlns:a16="http://schemas.microsoft.com/office/drawing/2014/main" id="{978B0B98-AD96-4F4D-A1D3-E344E7E3ADFB}"/>
              </a:ext>
            </a:extLst>
          </p:cNvPr>
          <p:cNvSpPr/>
          <p:nvPr/>
        </p:nvSpPr>
        <p:spPr>
          <a:xfrm>
            <a:off x="222422" y="198771"/>
            <a:ext cx="11747157" cy="635392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dist="127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3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글로벌기업데이터 주제</a:t>
            </a:r>
            <a:r>
              <a:rPr lang="en-US" altLang="ko-KR" sz="3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&amp;</a:t>
            </a:r>
            <a:r>
              <a:rPr lang="ko-KR" altLang="en-US" sz="3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목표</a:t>
            </a:r>
            <a:endParaRPr lang="en-US" altLang="ko-KR" sz="3400" b="1" kern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39496" y="1637574"/>
            <a:ext cx="10774926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주제</a:t>
            </a:r>
            <a:r>
              <a:rPr lang="en-US" altLang="ko-KR" sz="2800" dirty="0" smtClean="0"/>
              <a:t>:</a:t>
            </a:r>
            <a:r>
              <a:rPr lang="en-US" altLang="ko-KR" sz="2400" dirty="0" smtClean="0"/>
              <a:t> </a:t>
            </a:r>
            <a:r>
              <a:rPr lang="en-US" altLang="ko-KR" sz="2400" dirty="0" smtClean="0"/>
              <a:t>  2022</a:t>
            </a:r>
            <a:r>
              <a:rPr lang="ko-KR" altLang="en-US" sz="2400" dirty="0" smtClean="0"/>
              <a:t>글로벌기업</a:t>
            </a:r>
            <a:endParaRPr lang="en-US" altLang="ko-KR" sz="2400" dirty="0" smtClean="0"/>
          </a:p>
          <a:p>
            <a:pPr fontAlgn="base"/>
            <a:r>
              <a:rPr lang="ko-KR" altLang="en-US" dirty="0" smtClean="0"/>
              <a:t>글로벌기업</a:t>
            </a:r>
            <a:r>
              <a:rPr lang="en-US" altLang="ko-KR" dirty="0" smtClean="0"/>
              <a:t>-</a:t>
            </a:r>
            <a:r>
              <a:rPr lang="ko-KR" altLang="en-US" dirty="0" smtClean="0"/>
              <a:t>수 개국에 </a:t>
            </a:r>
            <a:r>
              <a:rPr lang="ko-KR" altLang="en-US" dirty="0"/>
              <a:t>걸쳐 </a:t>
            </a:r>
            <a:r>
              <a:rPr lang="ko-KR" altLang="en-US" dirty="0" err="1"/>
              <a:t>영업내지</a:t>
            </a:r>
            <a:r>
              <a:rPr lang="ko-KR" altLang="en-US" dirty="0"/>
              <a:t> 제조거점을 </a:t>
            </a:r>
            <a:r>
              <a:rPr lang="ko-KR" altLang="en-US" dirty="0" smtClean="0"/>
              <a:t>갖고 </a:t>
            </a:r>
            <a:r>
              <a:rPr lang="ko-KR" altLang="en-US" dirty="0"/>
              <a:t>국가적 내지 </a:t>
            </a:r>
            <a:endParaRPr lang="en-US" altLang="ko-KR" dirty="0"/>
          </a:p>
          <a:p>
            <a:pPr fontAlgn="base"/>
            <a:r>
              <a:rPr lang="en-US" altLang="ko-KR" dirty="0" smtClean="0"/>
              <a:t>               </a:t>
            </a:r>
            <a:r>
              <a:rPr lang="ko-KR" altLang="en-US" dirty="0" smtClean="0"/>
              <a:t>정치적 </a:t>
            </a:r>
            <a:r>
              <a:rPr lang="ko-KR" altLang="en-US" dirty="0"/>
              <a:t>경계에 구애됨이 없이 세계적인 범위와 규모로 영업을 하는 </a:t>
            </a:r>
            <a:r>
              <a:rPr lang="ko-KR" altLang="en-US" dirty="0" smtClean="0"/>
              <a:t>기업</a:t>
            </a:r>
            <a:endParaRPr lang="en-US" altLang="ko-KR" dirty="0" smtClean="0"/>
          </a:p>
          <a:p>
            <a:pPr fontAlgn="base"/>
            <a:endParaRPr lang="en-US" altLang="ko-KR" sz="1600" dirty="0"/>
          </a:p>
          <a:p>
            <a:pPr fontAlgn="base"/>
            <a:endParaRPr lang="en-US" altLang="ko-KR" sz="1600" dirty="0" smtClean="0"/>
          </a:p>
          <a:p>
            <a:pPr fontAlgn="base"/>
            <a:endParaRPr lang="en-US" altLang="ko-KR" sz="2800" b="1" dirty="0" smtClean="0"/>
          </a:p>
          <a:p>
            <a:pPr fontAlgn="base"/>
            <a:r>
              <a:rPr lang="ko-KR" altLang="en-US" sz="2800" b="1" dirty="0" smtClean="0"/>
              <a:t>목표</a:t>
            </a:r>
            <a:r>
              <a:rPr lang="en-US" altLang="ko-KR" sz="2800" b="1" dirty="0" smtClean="0"/>
              <a:t>:</a:t>
            </a:r>
            <a:r>
              <a:rPr lang="en-US" altLang="ko-KR" sz="2000" b="1" dirty="0" smtClean="0"/>
              <a:t>   </a:t>
            </a:r>
            <a:endParaRPr lang="ko-KR" altLang="en-US" sz="2000" b="1" dirty="0"/>
          </a:p>
        </p:txBody>
      </p:sp>
      <p:sp>
        <p:nvSpPr>
          <p:cNvPr id="25" name="Freeform 6"/>
          <p:cNvSpPr>
            <a:spLocks noEditPoints="1"/>
          </p:cNvSpPr>
          <p:nvPr/>
        </p:nvSpPr>
        <p:spPr bwMode="auto">
          <a:xfrm>
            <a:off x="1160210" y="1744025"/>
            <a:ext cx="368075" cy="367078"/>
          </a:xfrm>
          <a:custGeom>
            <a:avLst/>
            <a:gdLst>
              <a:gd name="T0" fmla="*/ 1494 w 3321"/>
              <a:gd name="T1" fmla="*/ 2318 h 3312"/>
              <a:gd name="T2" fmla="*/ 1494 w 3321"/>
              <a:gd name="T3" fmla="*/ 1855 h 3312"/>
              <a:gd name="T4" fmla="*/ 1753 w 3321"/>
              <a:gd name="T5" fmla="*/ 3 h 3312"/>
              <a:gd name="T6" fmla="*/ 2027 w 3321"/>
              <a:gd name="T7" fmla="*/ 42 h 3312"/>
              <a:gd name="T8" fmla="*/ 2291 w 3321"/>
              <a:gd name="T9" fmla="*/ 115 h 3312"/>
              <a:gd name="T10" fmla="*/ 1885 w 3321"/>
              <a:gd name="T11" fmla="*/ 349 h 3312"/>
              <a:gd name="T12" fmla="*/ 1661 w 3321"/>
              <a:gd name="T13" fmla="*/ 331 h 3312"/>
              <a:gd name="T14" fmla="*/ 1394 w 3321"/>
              <a:gd name="T15" fmla="*/ 358 h 3312"/>
              <a:gd name="T16" fmla="*/ 1145 w 3321"/>
              <a:gd name="T17" fmla="*/ 437 h 3312"/>
              <a:gd name="T18" fmla="*/ 919 w 3321"/>
              <a:gd name="T19" fmla="*/ 559 h 3312"/>
              <a:gd name="T20" fmla="*/ 723 w 3321"/>
              <a:gd name="T21" fmla="*/ 721 h 3312"/>
              <a:gd name="T22" fmla="*/ 561 w 3321"/>
              <a:gd name="T23" fmla="*/ 916 h 3312"/>
              <a:gd name="T24" fmla="*/ 438 w 3321"/>
              <a:gd name="T25" fmla="*/ 1142 h 3312"/>
              <a:gd name="T26" fmla="*/ 359 w 3321"/>
              <a:gd name="T27" fmla="*/ 1390 h 3312"/>
              <a:gd name="T28" fmla="*/ 332 w 3321"/>
              <a:gd name="T29" fmla="*/ 1656 h 3312"/>
              <a:gd name="T30" fmla="*/ 359 w 3321"/>
              <a:gd name="T31" fmla="*/ 1922 h 3312"/>
              <a:gd name="T32" fmla="*/ 438 w 3321"/>
              <a:gd name="T33" fmla="*/ 2170 h 3312"/>
              <a:gd name="T34" fmla="*/ 561 w 3321"/>
              <a:gd name="T35" fmla="*/ 2396 h 3312"/>
              <a:gd name="T36" fmla="*/ 723 w 3321"/>
              <a:gd name="T37" fmla="*/ 2591 h 3312"/>
              <a:gd name="T38" fmla="*/ 919 w 3321"/>
              <a:gd name="T39" fmla="*/ 2753 h 3312"/>
              <a:gd name="T40" fmla="*/ 1145 w 3321"/>
              <a:gd name="T41" fmla="*/ 2875 h 3312"/>
              <a:gd name="T42" fmla="*/ 1394 w 3321"/>
              <a:gd name="T43" fmla="*/ 2954 h 3312"/>
              <a:gd name="T44" fmla="*/ 1661 w 3321"/>
              <a:gd name="T45" fmla="*/ 2981 h 3312"/>
              <a:gd name="T46" fmla="*/ 1927 w 3321"/>
              <a:gd name="T47" fmla="*/ 2954 h 3312"/>
              <a:gd name="T48" fmla="*/ 2176 w 3321"/>
              <a:gd name="T49" fmla="*/ 2875 h 3312"/>
              <a:gd name="T50" fmla="*/ 2402 w 3321"/>
              <a:gd name="T51" fmla="*/ 2753 h 3312"/>
              <a:gd name="T52" fmla="*/ 2598 w 3321"/>
              <a:gd name="T53" fmla="*/ 2591 h 3312"/>
              <a:gd name="T54" fmla="*/ 2760 w 3321"/>
              <a:gd name="T55" fmla="*/ 2396 h 3312"/>
              <a:gd name="T56" fmla="*/ 2883 w 3321"/>
              <a:gd name="T57" fmla="*/ 2170 h 3312"/>
              <a:gd name="T58" fmla="*/ 2962 w 3321"/>
              <a:gd name="T59" fmla="*/ 1922 h 3312"/>
              <a:gd name="T60" fmla="*/ 2989 w 3321"/>
              <a:gd name="T61" fmla="*/ 1656 h 3312"/>
              <a:gd name="T62" fmla="*/ 3309 w 3321"/>
              <a:gd name="T63" fmla="*/ 1856 h 3312"/>
              <a:gd name="T64" fmla="*/ 3248 w 3321"/>
              <a:gd name="T65" fmla="*/ 2141 h 3312"/>
              <a:gd name="T66" fmla="*/ 3139 w 3321"/>
              <a:gd name="T67" fmla="*/ 2407 h 3312"/>
              <a:gd name="T68" fmla="*/ 2988 w 3321"/>
              <a:gd name="T69" fmla="*/ 2648 h 3312"/>
              <a:gd name="T70" fmla="*/ 2799 w 3321"/>
              <a:gd name="T71" fmla="*/ 2858 h 3312"/>
              <a:gd name="T72" fmla="*/ 2577 w 3321"/>
              <a:gd name="T73" fmla="*/ 3035 h 3312"/>
              <a:gd name="T74" fmla="*/ 2327 w 3321"/>
              <a:gd name="T75" fmla="*/ 3171 h 3312"/>
              <a:gd name="T76" fmla="*/ 2053 w 3321"/>
              <a:gd name="T77" fmla="*/ 3265 h 3312"/>
              <a:gd name="T78" fmla="*/ 1761 w 3321"/>
              <a:gd name="T79" fmla="*/ 3309 h 3312"/>
              <a:gd name="T80" fmla="*/ 1460 w 3321"/>
              <a:gd name="T81" fmla="*/ 3300 h 3312"/>
              <a:gd name="T82" fmla="*/ 1174 w 3321"/>
              <a:gd name="T83" fmla="*/ 3239 h 3312"/>
              <a:gd name="T84" fmla="*/ 908 w 3321"/>
              <a:gd name="T85" fmla="*/ 3130 h 3312"/>
              <a:gd name="T86" fmla="*/ 666 w 3321"/>
              <a:gd name="T87" fmla="*/ 2980 h 3312"/>
              <a:gd name="T88" fmla="*/ 455 w 3321"/>
              <a:gd name="T89" fmla="*/ 2791 h 3312"/>
              <a:gd name="T90" fmla="*/ 278 w 3321"/>
              <a:gd name="T91" fmla="*/ 2570 h 3312"/>
              <a:gd name="T92" fmla="*/ 141 w 3321"/>
              <a:gd name="T93" fmla="*/ 2320 h 3312"/>
              <a:gd name="T94" fmla="*/ 47 w 3321"/>
              <a:gd name="T95" fmla="*/ 2047 h 3312"/>
              <a:gd name="T96" fmla="*/ 3 w 3321"/>
              <a:gd name="T97" fmla="*/ 1756 h 3312"/>
              <a:gd name="T98" fmla="*/ 12 w 3321"/>
              <a:gd name="T99" fmla="*/ 1456 h 3312"/>
              <a:gd name="T100" fmla="*/ 73 w 3321"/>
              <a:gd name="T101" fmla="*/ 1171 h 3312"/>
              <a:gd name="T102" fmla="*/ 182 w 3321"/>
              <a:gd name="T103" fmla="*/ 905 h 3312"/>
              <a:gd name="T104" fmla="*/ 333 w 3321"/>
              <a:gd name="T105" fmla="*/ 664 h 3312"/>
              <a:gd name="T106" fmla="*/ 522 w 3321"/>
              <a:gd name="T107" fmla="*/ 454 h 3312"/>
              <a:gd name="T108" fmla="*/ 744 w 3321"/>
              <a:gd name="T109" fmla="*/ 277 h 3312"/>
              <a:gd name="T110" fmla="*/ 994 w 3321"/>
              <a:gd name="T111" fmla="*/ 141 h 3312"/>
              <a:gd name="T112" fmla="*/ 1268 w 3321"/>
              <a:gd name="T113" fmla="*/ 47 h 3312"/>
              <a:gd name="T114" fmla="*/ 1560 w 3321"/>
              <a:gd name="T115" fmla="*/ 3 h 3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21" h="3312">
                <a:moveTo>
                  <a:pt x="2922" y="431"/>
                </a:moveTo>
                <a:lnTo>
                  <a:pt x="3155" y="662"/>
                </a:lnTo>
                <a:lnTo>
                  <a:pt x="1494" y="2318"/>
                </a:lnTo>
                <a:lnTo>
                  <a:pt x="748" y="1574"/>
                </a:lnTo>
                <a:lnTo>
                  <a:pt x="979" y="1341"/>
                </a:lnTo>
                <a:lnTo>
                  <a:pt x="1494" y="1855"/>
                </a:lnTo>
                <a:lnTo>
                  <a:pt x="2922" y="431"/>
                </a:lnTo>
                <a:close/>
                <a:moveTo>
                  <a:pt x="1661" y="0"/>
                </a:moveTo>
                <a:lnTo>
                  <a:pt x="1753" y="3"/>
                </a:lnTo>
                <a:lnTo>
                  <a:pt x="1845" y="11"/>
                </a:lnTo>
                <a:lnTo>
                  <a:pt x="1936" y="25"/>
                </a:lnTo>
                <a:lnTo>
                  <a:pt x="2027" y="42"/>
                </a:lnTo>
                <a:lnTo>
                  <a:pt x="2116" y="63"/>
                </a:lnTo>
                <a:lnTo>
                  <a:pt x="2205" y="88"/>
                </a:lnTo>
                <a:lnTo>
                  <a:pt x="2291" y="115"/>
                </a:lnTo>
                <a:lnTo>
                  <a:pt x="2026" y="380"/>
                </a:lnTo>
                <a:lnTo>
                  <a:pt x="1956" y="363"/>
                </a:lnTo>
                <a:lnTo>
                  <a:pt x="1885" y="349"/>
                </a:lnTo>
                <a:lnTo>
                  <a:pt x="1813" y="339"/>
                </a:lnTo>
                <a:lnTo>
                  <a:pt x="1738" y="333"/>
                </a:lnTo>
                <a:lnTo>
                  <a:pt x="1661" y="331"/>
                </a:lnTo>
                <a:lnTo>
                  <a:pt x="1570" y="334"/>
                </a:lnTo>
                <a:lnTo>
                  <a:pt x="1481" y="344"/>
                </a:lnTo>
                <a:lnTo>
                  <a:pt x="1394" y="358"/>
                </a:lnTo>
                <a:lnTo>
                  <a:pt x="1308" y="379"/>
                </a:lnTo>
                <a:lnTo>
                  <a:pt x="1226" y="405"/>
                </a:lnTo>
                <a:lnTo>
                  <a:pt x="1145" y="437"/>
                </a:lnTo>
                <a:lnTo>
                  <a:pt x="1067" y="472"/>
                </a:lnTo>
                <a:lnTo>
                  <a:pt x="991" y="513"/>
                </a:lnTo>
                <a:lnTo>
                  <a:pt x="919" y="559"/>
                </a:lnTo>
                <a:lnTo>
                  <a:pt x="850" y="608"/>
                </a:lnTo>
                <a:lnTo>
                  <a:pt x="785" y="662"/>
                </a:lnTo>
                <a:lnTo>
                  <a:pt x="723" y="721"/>
                </a:lnTo>
                <a:lnTo>
                  <a:pt x="664" y="783"/>
                </a:lnTo>
                <a:lnTo>
                  <a:pt x="610" y="848"/>
                </a:lnTo>
                <a:lnTo>
                  <a:pt x="561" y="916"/>
                </a:lnTo>
                <a:lnTo>
                  <a:pt x="514" y="989"/>
                </a:lnTo>
                <a:lnTo>
                  <a:pt x="473" y="1064"/>
                </a:lnTo>
                <a:lnTo>
                  <a:pt x="438" y="1142"/>
                </a:lnTo>
                <a:lnTo>
                  <a:pt x="407" y="1222"/>
                </a:lnTo>
                <a:lnTo>
                  <a:pt x="380" y="1305"/>
                </a:lnTo>
                <a:lnTo>
                  <a:pt x="359" y="1390"/>
                </a:lnTo>
                <a:lnTo>
                  <a:pt x="345" y="1477"/>
                </a:lnTo>
                <a:lnTo>
                  <a:pt x="335" y="1566"/>
                </a:lnTo>
                <a:lnTo>
                  <a:pt x="332" y="1656"/>
                </a:lnTo>
                <a:lnTo>
                  <a:pt x="335" y="1746"/>
                </a:lnTo>
                <a:lnTo>
                  <a:pt x="345" y="1835"/>
                </a:lnTo>
                <a:lnTo>
                  <a:pt x="359" y="1922"/>
                </a:lnTo>
                <a:lnTo>
                  <a:pt x="380" y="2007"/>
                </a:lnTo>
                <a:lnTo>
                  <a:pt x="407" y="2090"/>
                </a:lnTo>
                <a:lnTo>
                  <a:pt x="438" y="2170"/>
                </a:lnTo>
                <a:lnTo>
                  <a:pt x="473" y="2248"/>
                </a:lnTo>
                <a:lnTo>
                  <a:pt x="514" y="2323"/>
                </a:lnTo>
                <a:lnTo>
                  <a:pt x="561" y="2396"/>
                </a:lnTo>
                <a:lnTo>
                  <a:pt x="610" y="2464"/>
                </a:lnTo>
                <a:lnTo>
                  <a:pt x="664" y="2529"/>
                </a:lnTo>
                <a:lnTo>
                  <a:pt x="723" y="2591"/>
                </a:lnTo>
                <a:lnTo>
                  <a:pt x="785" y="2650"/>
                </a:lnTo>
                <a:lnTo>
                  <a:pt x="850" y="2704"/>
                </a:lnTo>
                <a:lnTo>
                  <a:pt x="919" y="2753"/>
                </a:lnTo>
                <a:lnTo>
                  <a:pt x="991" y="2799"/>
                </a:lnTo>
                <a:lnTo>
                  <a:pt x="1067" y="2840"/>
                </a:lnTo>
                <a:lnTo>
                  <a:pt x="1145" y="2875"/>
                </a:lnTo>
                <a:lnTo>
                  <a:pt x="1226" y="2907"/>
                </a:lnTo>
                <a:lnTo>
                  <a:pt x="1308" y="2933"/>
                </a:lnTo>
                <a:lnTo>
                  <a:pt x="1394" y="2954"/>
                </a:lnTo>
                <a:lnTo>
                  <a:pt x="1481" y="2968"/>
                </a:lnTo>
                <a:lnTo>
                  <a:pt x="1570" y="2978"/>
                </a:lnTo>
                <a:lnTo>
                  <a:pt x="1661" y="2981"/>
                </a:lnTo>
                <a:lnTo>
                  <a:pt x="1751" y="2978"/>
                </a:lnTo>
                <a:lnTo>
                  <a:pt x="1840" y="2968"/>
                </a:lnTo>
                <a:lnTo>
                  <a:pt x="1927" y="2954"/>
                </a:lnTo>
                <a:lnTo>
                  <a:pt x="2013" y="2933"/>
                </a:lnTo>
                <a:lnTo>
                  <a:pt x="2095" y="2907"/>
                </a:lnTo>
                <a:lnTo>
                  <a:pt x="2176" y="2875"/>
                </a:lnTo>
                <a:lnTo>
                  <a:pt x="2254" y="2840"/>
                </a:lnTo>
                <a:lnTo>
                  <a:pt x="2330" y="2799"/>
                </a:lnTo>
                <a:lnTo>
                  <a:pt x="2402" y="2753"/>
                </a:lnTo>
                <a:lnTo>
                  <a:pt x="2471" y="2704"/>
                </a:lnTo>
                <a:lnTo>
                  <a:pt x="2536" y="2650"/>
                </a:lnTo>
                <a:lnTo>
                  <a:pt x="2598" y="2591"/>
                </a:lnTo>
                <a:lnTo>
                  <a:pt x="2657" y="2529"/>
                </a:lnTo>
                <a:lnTo>
                  <a:pt x="2711" y="2464"/>
                </a:lnTo>
                <a:lnTo>
                  <a:pt x="2760" y="2396"/>
                </a:lnTo>
                <a:lnTo>
                  <a:pt x="2807" y="2323"/>
                </a:lnTo>
                <a:lnTo>
                  <a:pt x="2848" y="2248"/>
                </a:lnTo>
                <a:lnTo>
                  <a:pt x="2883" y="2170"/>
                </a:lnTo>
                <a:lnTo>
                  <a:pt x="2914" y="2090"/>
                </a:lnTo>
                <a:lnTo>
                  <a:pt x="2941" y="2007"/>
                </a:lnTo>
                <a:lnTo>
                  <a:pt x="2962" y="1922"/>
                </a:lnTo>
                <a:lnTo>
                  <a:pt x="2976" y="1835"/>
                </a:lnTo>
                <a:lnTo>
                  <a:pt x="2986" y="1746"/>
                </a:lnTo>
                <a:lnTo>
                  <a:pt x="2989" y="1656"/>
                </a:lnTo>
                <a:lnTo>
                  <a:pt x="3321" y="1656"/>
                </a:lnTo>
                <a:lnTo>
                  <a:pt x="3318" y="1756"/>
                </a:lnTo>
                <a:lnTo>
                  <a:pt x="3309" y="1856"/>
                </a:lnTo>
                <a:lnTo>
                  <a:pt x="3294" y="1952"/>
                </a:lnTo>
                <a:lnTo>
                  <a:pt x="3274" y="2047"/>
                </a:lnTo>
                <a:lnTo>
                  <a:pt x="3248" y="2141"/>
                </a:lnTo>
                <a:lnTo>
                  <a:pt x="3216" y="2232"/>
                </a:lnTo>
                <a:lnTo>
                  <a:pt x="3180" y="2320"/>
                </a:lnTo>
                <a:lnTo>
                  <a:pt x="3139" y="2407"/>
                </a:lnTo>
                <a:lnTo>
                  <a:pt x="3094" y="2490"/>
                </a:lnTo>
                <a:lnTo>
                  <a:pt x="3043" y="2570"/>
                </a:lnTo>
                <a:lnTo>
                  <a:pt x="2988" y="2648"/>
                </a:lnTo>
                <a:lnTo>
                  <a:pt x="2930" y="2721"/>
                </a:lnTo>
                <a:lnTo>
                  <a:pt x="2866" y="2791"/>
                </a:lnTo>
                <a:lnTo>
                  <a:pt x="2799" y="2858"/>
                </a:lnTo>
                <a:lnTo>
                  <a:pt x="2728" y="2922"/>
                </a:lnTo>
                <a:lnTo>
                  <a:pt x="2655" y="2980"/>
                </a:lnTo>
                <a:lnTo>
                  <a:pt x="2577" y="3035"/>
                </a:lnTo>
                <a:lnTo>
                  <a:pt x="2497" y="3085"/>
                </a:lnTo>
                <a:lnTo>
                  <a:pt x="2413" y="3130"/>
                </a:lnTo>
                <a:lnTo>
                  <a:pt x="2327" y="3171"/>
                </a:lnTo>
                <a:lnTo>
                  <a:pt x="2238" y="3208"/>
                </a:lnTo>
                <a:lnTo>
                  <a:pt x="2147" y="3239"/>
                </a:lnTo>
                <a:lnTo>
                  <a:pt x="2053" y="3265"/>
                </a:lnTo>
                <a:lnTo>
                  <a:pt x="1957" y="3285"/>
                </a:lnTo>
                <a:lnTo>
                  <a:pt x="1861" y="3300"/>
                </a:lnTo>
                <a:lnTo>
                  <a:pt x="1761" y="3309"/>
                </a:lnTo>
                <a:lnTo>
                  <a:pt x="1661" y="3312"/>
                </a:lnTo>
                <a:lnTo>
                  <a:pt x="1560" y="3309"/>
                </a:lnTo>
                <a:lnTo>
                  <a:pt x="1460" y="3300"/>
                </a:lnTo>
                <a:lnTo>
                  <a:pt x="1364" y="3285"/>
                </a:lnTo>
                <a:lnTo>
                  <a:pt x="1268" y="3265"/>
                </a:lnTo>
                <a:lnTo>
                  <a:pt x="1174" y="3239"/>
                </a:lnTo>
                <a:lnTo>
                  <a:pt x="1083" y="3208"/>
                </a:lnTo>
                <a:lnTo>
                  <a:pt x="994" y="3171"/>
                </a:lnTo>
                <a:lnTo>
                  <a:pt x="908" y="3130"/>
                </a:lnTo>
                <a:lnTo>
                  <a:pt x="824" y="3085"/>
                </a:lnTo>
                <a:lnTo>
                  <a:pt x="744" y="3035"/>
                </a:lnTo>
                <a:lnTo>
                  <a:pt x="666" y="2980"/>
                </a:lnTo>
                <a:lnTo>
                  <a:pt x="593" y="2922"/>
                </a:lnTo>
                <a:lnTo>
                  <a:pt x="522" y="2858"/>
                </a:lnTo>
                <a:lnTo>
                  <a:pt x="455" y="2791"/>
                </a:lnTo>
                <a:lnTo>
                  <a:pt x="391" y="2721"/>
                </a:lnTo>
                <a:lnTo>
                  <a:pt x="333" y="2648"/>
                </a:lnTo>
                <a:lnTo>
                  <a:pt x="278" y="2570"/>
                </a:lnTo>
                <a:lnTo>
                  <a:pt x="227" y="2490"/>
                </a:lnTo>
                <a:lnTo>
                  <a:pt x="182" y="2407"/>
                </a:lnTo>
                <a:lnTo>
                  <a:pt x="141" y="2320"/>
                </a:lnTo>
                <a:lnTo>
                  <a:pt x="105" y="2232"/>
                </a:lnTo>
                <a:lnTo>
                  <a:pt x="73" y="2141"/>
                </a:lnTo>
                <a:lnTo>
                  <a:pt x="47" y="2047"/>
                </a:lnTo>
                <a:lnTo>
                  <a:pt x="27" y="1952"/>
                </a:lnTo>
                <a:lnTo>
                  <a:pt x="12" y="1856"/>
                </a:lnTo>
                <a:lnTo>
                  <a:pt x="3" y="1756"/>
                </a:lnTo>
                <a:lnTo>
                  <a:pt x="0" y="1656"/>
                </a:lnTo>
                <a:lnTo>
                  <a:pt x="3" y="1556"/>
                </a:lnTo>
                <a:lnTo>
                  <a:pt x="12" y="1456"/>
                </a:lnTo>
                <a:lnTo>
                  <a:pt x="27" y="1360"/>
                </a:lnTo>
                <a:lnTo>
                  <a:pt x="47" y="1265"/>
                </a:lnTo>
                <a:lnTo>
                  <a:pt x="73" y="1171"/>
                </a:lnTo>
                <a:lnTo>
                  <a:pt x="105" y="1080"/>
                </a:lnTo>
                <a:lnTo>
                  <a:pt x="141" y="992"/>
                </a:lnTo>
                <a:lnTo>
                  <a:pt x="182" y="905"/>
                </a:lnTo>
                <a:lnTo>
                  <a:pt x="227" y="822"/>
                </a:lnTo>
                <a:lnTo>
                  <a:pt x="278" y="742"/>
                </a:lnTo>
                <a:lnTo>
                  <a:pt x="333" y="664"/>
                </a:lnTo>
                <a:lnTo>
                  <a:pt x="391" y="591"/>
                </a:lnTo>
                <a:lnTo>
                  <a:pt x="455" y="521"/>
                </a:lnTo>
                <a:lnTo>
                  <a:pt x="522" y="454"/>
                </a:lnTo>
                <a:lnTo>
                  <a:pt x="593" y="390"/>
                </a:lnTo>
                <a:lnTo>
                  <a:pt x="666" y="332"/>
                </a:lnTo>
                <a:lnTo>
                  <a:pt x="744" y="277"/>
                </a:lnTo>
                <a:lnTo>
                  <a:pt x="824" y="227"/>
                </a:lnTo>
                <a:lnTo>
                  <a:pt x="908" y="182"/>
                </a:lnTo>
                <a:lnTo>
                  <a:pt x="994" y="141"/>
                </a:lnTo>
                <a:lnTo>
                  <a:pt x="1083" y="104"/>
                </a:lnTo>
                <a:lnTo>
                  <a:pt x="1174" y="73"/>
                </a:lnTo>
                <a:lnTo>
                  <a:pt x="1268" y="47"/>
                </a:lnTo>
                <a:lnTo>
                  <a:pt x="1364" y="27"/>
                </a:lnTo>
                <a:lnTo>
                  <a:pt x="1460" y="12"/>
                </a:lnTo>
                <a:lnTo>
                  <a:pt x="1560" y="3"/>
                </a:lnTo>
                <a:lnTo>
                  <a:pt x="1661" y="0"/>
                </a:lnTo>
                <a:close/>
              </a:path>
            </a:pathLst>
          </a:custGeom>
          <a:solidFill>
            <a:srgbClr val="93C9E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>
              <a:solidFill>
                <a:prstClr val="black"/>
              </a:solidFill>
            </a:endParaRPr>
          </a:p>
        </p:txBody>
      </p:sp>
      <p:sp>
        <p:nvSpPr>
          <p:cNvPr id="36" name="Freeform 6"/>
          <p:cNvSpPr>
            <a:spLocks noEditPoints="1"/>
          </p:cNvSpPr>
          <p:nvPr/>
        </p:nvSpPr>
        <p:spPr bwMode="auto">
          <a:xfrm>
            <a:off x="1158849" y="3606450"/>
            <a:ext cx="368075" cy="367078"/>
          </a:xfrm>
          <a:custGeom>
            <a:avLst/>
            <a:gdLst>
              <a:gd name="T0" fmla="*/ 1494 w 3321"/>
              <a:gd name="T1" fmla="*/ 2318 h 3312"/>
              <a:gd name="T2" fmla="*/ 1494 w 3321"/>
              <a:gd name="T3" fmla="*/ 1855 h 3312"/>
              <a:gd name="T4" fmla="*/ 1753 w 3321"/>
              <a:gd name="T5" fmla="*/ 3 h 3312"/>
              <a:gd name="T6" fmla="*/ 2027 w 3321"/>
              <a:gd name="T7" fmla="*/ 42 h 3312"/>
              <a:gd name="T8" fmla="*/ 2291 w 3321"/>
              <a:gd name="T9" fmla="*/ 115 h 3312"/>
              <a:gd name="T10" fmla="*/ 1885 w 3321"/>
              <a:gd name="T11" fmla="*/ 349 h 3312"/>
              <a:gd name="T12" fmla="*/ 1661 w 3321"/>
              <a:gd name="T13" fmla="*/ 331 h 3312"/>
              <a:gd name="T14" fmla="*/ 1394 w 3321"/>
              <a:gd name="T15" fmla="*/ 358 h 3312"/>
              <a:gd name="T16" fmla="*/ 1145 w 3321"/>
              <a:gd name="T17" fmla="*/ 437 h 3312"/>
              <a:gd name="T18" fmla="*/ 919 w 3321"/>
              <a:gd name="T19" fmla="*/ 559 h 3312"/>
              <a:gd name="T20" fmla="*/ 723 w 3321"/>
              <a:gd name="T21" fmla="*/ 721 h 3312"/>
              <a:gd name="T22" fmla="*/ 561 w 3321"/>
              <a:gd name="T23" fmla="*/ 916 h 3312"/>
              <a:gd name="T24" fmla="*/ 438 w 3321"/>
              <a:gd name="T25" fmla="*/ 1142 h 3312"/>
              <a:gd name="T26" fmla="*/ 359 w 3321"/>
              <a:gd name="T27" fmla="*/ 1390 h 3312"/>
              <a:gd name="T28" fmla="*/ 332 w 3321"/>
              <a:gd name="T29" fmla="*/ 1656 h 3312"/>
              <a:gd name="T30" fmla="*/ 359 w 3321"/>
              <a:gd name="T31" fmla="*/ 1922 h 3312"/>
              <a:gd name="T32" fmla="*/ 438 w 3321"/>
              <a:gd name="T33" fmla="*/ 2170 h 3312"/>
              <a:gd name="T34" fmla="*/ 561 w 3321"/>
              <a:gd name="T35" fmla="*/ 2396 h 3312"/>
              <a:gd name="T36" fmla="*/ 723 w 3321"/>
              <a:gd name="T37" fmla="*/ 2591 h 3312"/>
              <a:gd name="T38" fmla="*/ 919 w 3321"/>
              <a:gd name="T39" fmla="*/ 2753 h 3312"/>
              <a:gd name="T40" fmla="*/ 1145 w 3321"/>
              <a:gd name="T41" fmla="*/ 2875 h 3312"/>
              <a:gd name="T42" fmla="*/ 1394 w 3321"/>
              <a:gd name="T43" fmla="*/ 2954 h 3312"/>
              <a:gd name="T44" fmla="*/ 1661 w 3321"/>
              <a:gd name="T45" fmla="*/ 2981 h 3312"/>
              <a:gd name="T46" fmla="*/ 1927 w 3321"/>
              <a:gd name="T47" fmla="*/ 2954 h 3312"/>
              <a:gd name="T48" fmla="*/ 2176 w 3321"/>
              <a:gd name="T49" fmla="*/ 2875 h 3312"/>
              <a:gd name="T50" fmla="*/ 2402 w 3321"/>
              <a:gd name="T51" fmla="*/ 2753 h 3312"/>
              <a:gd name="T52" fmla="*/ 2598 w 3321"/>
              <a:gd name="T53" fmla="*/ 2591 h 3312"/>
              <a:gd name="T54" fmla="*/ 2760 w 3321"/>
              <a:gd name="T55" fmla="*/ 2396 h 3312"/>
              <a:gd name="T56" fmla="*/ 2883 w 3321"/>
              <a:gd name="T57" fmla="*/ 2170 h 3312"/>
              <a:gd name="T58" fmla="*/ 2962 w 3321"/>
              <a:gd name="T59" fmla="*/ 1922 h 3312"/>
              <a:gd name="T60" fmla="*/ 2989 w 3321"/>
              <a:gd name="T61" fmla="*/ 1656 h 3312"/>
              <a:gd name="T62" fmla="*/ 3309 w 3321"/>
              <a:gd name="T63" fmla="*/ 1856 h 3312"/>
              <a:gd name="T64" fmla="*/ 3248 w 3321"/>
              <a:gd name="T65" fmla="*/ 2141 h 3312"/>
              <a:gd name="T66" fmla="*/ 3139 w 3321"/>
              <a:gd name="T67" fmla="*/ 2407 h 3312"/>
              <a:gd name="T68" fmla="*/ 2988 w 3321"/>
              <a:gd name="T69" fmla="*/ 2648 h 3312"/>
              <a:gd name="T70" fmla="*/ 2799 w 3321"/>
              <a:gd name="T71" fmla="*/ 2858 h 3312"/>
              <a:gd name="T72" fmla="*/ 2577 w 3321"/>
              <a:gd name="T73" fmla="*/ 3035 h 3312"/>
              <a:gd name="T74" fmla="*/ 2327 w 3321"/>
              <a:gd name="T75" fmla="*/ 3171 h 3312"/>
              <a:gd name="T76" fmla="*/ 2053 w 3321"/>
              <a:gd name="T77" fmla="*/ 3265 h 3312"/>
              <a:gd name="T78" fmla="*/ 1761 w 3321"/>
              <a:gd name="T79" fmla="*/ 3309 h 3312"/>
              <a:gd name="T80" fmla="*/ 1460 w 3321"/>
              <a:gd name="T81" fmla="*/ 3300 h 3312"/>
              <a:gd name="T82" fmla="*/ 1174 w 3321"/>
              <a:gd name="T83" fmla="*/ 3239 h 3312"/>
              <a:gd name="T84" fmla="*/ 908 w 3321"/>
              <a:gd name="T85" fmla="*/ 3130 h 3312"/>
              <a:gd name="T86" fmla="*/ 666 w 3321"/>
              <a:gd name="T87" fmla="*/ 2980 h 3312"/>
              <a:gd name="T88" fmla="*/ 455 w 3321"/>
              <a:gd name="T89" fmla="*/ 2791 h 3312"/>
              <a:gd name="T90" fmla="*/ 278 w 3321"/>
              <a:gd name="T91" fmla="*/ 2570 h 3312"/>
              <a:gd name="T92" fmla="*/ 141 w 3321"/>
              <a:gd name="T93" fmla="*/ 2320 h 3312"/>
              <a:gd name="T94" fmla="*/ 47 w 3321"/>
              <a:gd name="T95" fmla="*/ 2047 h 3312"/>
              <a:gd name="T96" fmla="*/ 3 w 3321"/>
              <a:gd name="T97" fmla="*/ 1756 h 3312"/>
              <a:gd name="T98" fmla="*/ 12 w 3321"/>
              <a:gd name="T99" fmla="*/ 1456 h 3312"/>
              <a:gd name="T100" fmla="*/ 73 w 3321"/>
              <a:gd name="T101" fmla="*/ 1171 h 3312"/>
              <a:gd name="T102" fmla="*/ 182 w 3321"/>
              <a:gd name="T103" fmla="*/ 905 h 3312"/>
              <a:gd name="T104" fmla="*/ 333 w 3321"/>
              <a:gd name="T105" fmla="*/ 664 h 3312"/>
              <a:gd name="T106" fmla="*/ 522 w 3321"/>
              <a:gd name="T107" fmla="*/ 454 h 3312"/>
              <a:gd name="T108" fmla="*/ 744 w 3321"/>
              <a:gd name="T109" fmla="*/ 277 h 3312"/>
              <a:gd name="T110" fmla="*/ 994 w 3321"/>
              <a:gd name="T111" fmla="*/ 141 h 3312"/>
              <a:gd name="T112" fmla="*/ 1268 w 3321"/>
              <a:gd name="T113" fmla="*/ 47 h 3312"/>
              <a:gd name="T114" fmla="*/ 1560 w 3321"/>
              <a:gd name="T115" fmla="*/ 3 h 3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21" h="3312">
                <a:moveTo>
                  <a:pt x="2922" y="431"/>
                </a:moveTo>
                <a:lnTo>
                  <a:pt x="3155" y="662"/>
                </a:lnTo>
                <a:lnTo>
                  <a:pt x="1494" y="2318"/>
                </a:lnTo>
                <a:lnTo>
                  <a:pt x="748" y="1574"/>
                </a:lnTo>
                <a:lnTo>
                  <a:pt x="979" y="1341"/>
                </a:lnTo>
                <a:lnTo>
                  <a:pt x="1494" y="1855"/>
                </a:lnTo>
                <a:lnTo>
                  <a:pt x="2922" y="431"/>
                </a:lnTo>
                <a:close/>
                <a:moveTo>
                  <a:pt x="1661" y="0"/>
                </a:moveTo>
                <a:lnTo>
                  <a:pt x="1753" y="3"/>
                </a:lnTo>
                <a:lnTo>
                  <a:pt x="1845" y="11"/>
                </a:lnTo>
                <a:lnTo>
                  <a:pt x="1936" y="25"/>
                </a:lnTo>
                <a:lnTo>
                  <a:pt x="2027" y="42"/>
                </a:lnTo>
                <a:lnTo>
                  <a:pt x="2116" y="63"/>
                </a:lnTo>
                <a:lnTo>
                  <a:pt x="2205" y="88"/>
                </a:lnTo>
                <a:lnTo>
                  <a:pt x="2291" y="115"/>
                </a:lnTo>
                <a:lnTo>
                  <a:pt x="2026" y="380"/>
                </a:lnTo>
                <a:lnTo>
                  <a:pt x="1956" y="363"/>
                </a:lnTo>
                <a:lnTo>
                  <a:pt x="1885" y="349"/>
                </a:lnTo>
                <a:lnTo>
                  <a:pt x="1813" y="339"/>
                </a:lnTo>
                <a:lnTo>
                  <a:pt x="1738" y="333"/>
                </a:lnTo>
                <a:lnTo>
                  <a:pt x="1661" y="331"/>
                </a:lnTo>
                <a:lnTo>
                  <a:pt x="1570" y="334"/>
                </a:lnTo>
                <a:lnTo>
                  <a:pt x="1481" y="344"/>
                </a:lnTo>
                <a:lnTo>
                  <a:pt x="1394" y="358"/>
                </a:lnTo>
                <a:lnTo>
                  <a:pt x="1308" y="379"/>
                </a:lnTo>
                <a:lnTo>
                  <a:pt x="1226" y="405"/>
                </a:lnTo>
                <a:lnTo>
                  <a:pt x="1145" y="437"/>
                </a:lnTo>
                <a:lnTo>
                  <a:pt x="1067" y="472"/>
                </a:lnTo>
                <a:lnTo>
                  <a:pt x="991" y="513"/>
                </a:lnTo>
                <a:lnTo>
                  <a:pt x="919" y="559"/>
                </a:lnTo>
                <a:lnTo>
                  <a:pt x="850" y="608"/>
                </a:lnTo>
                <a:lnTo>
                  <a:pt x="785" y="662"/>
                </a:lnTo>
                <a:lnTo>
                  <a:pt x="723" y="721"/>
                </a:lnTo>
                <a:lnTo>
                  <a:pt x="664" y="783"/>
                </a:lnTo>
                <a:lnTo>
                  <a:pt x="610" y="848"/>
                </a:lnTo>
                <a:lnTo>
                  <a:pt x="561" y="916"/>
                </a:lnTo>
                <a:lnTo>
                  <a:pt x="514" y="989"/>
                </a:lnTo>
                <a:lnTo>
                  <a:pt x="473" y="1064"/>
                </a:lnTo>
                <a:lnTo>
                  <a:pt x="438" y="1142"/>
                </a:lnTo>
                <a:lnTo>
                  <a:pt x="407" y="1222"/>
                </a:lnTo>
                <a:lnTo>
                  <a:pt x="380" y="1305"/>
                </a:lnTo>
                <a:lnTo>
                  <a:pt x="359" y="1390"/>
                </a:lnTo>
                <a:lnTo>
                  <a:pt x="345" y="1477"/>
                </a:lnTo>
                <a:lnTo>
                  <a:pt x="335" y="1566"/>
                </a:lnTo>
                <a:lnTo>
                  <a:pt x="332" y="1656"/>
                </a:lnTo>
                <a:lnTo>
                  <a:pt x="335" y="1746"/>
                </a:lnTo>
                <a:lnTo>
                  <a:pt x="345" y="1835"/>
                </a:lnTo>
                <a:lnTo>
                  <a:pt x="359" y="1922"/>
                </a:lnTo>
                <a:lnTo>
                  <a:pt x="380" y="2007"/>
                </a:lnTo>
                <a:lnTo>
                  <a:pt x="407" y="2090"/>
                </a:lnTo>
                <a:lnTo>
                  <a:pt x="438" y="2170"/>
                </a:lnTo>
                <a:lnTo>
                  <a:pt x="473" y="2248"/>
                </a:lnTo>
                <a:lnTo>
                  <a:pt x="514" y="2323"/>
                </a:lnTo>
                <a:lnTo>
                  <a:pt x="561" y="2396"/>
                </a:lnTo>
                <a:lnTo>
                  <a:pt x="610" y="2464"/>
                </a:lnTo>
                <a:lnTo>
                  <a:pt x="664" y="2529"/>
                </a:lnTo>
                <a:lnTo>
                  <a:pt x="723" y="2591"/>
                </a:lnTo>
                <a:lnTo>
                  <a:pt x="785" y="2650"/>
                </a:lnTo>
                <a:lnTo>
                  <a:pt x="850" y="2704"/>
                </a:lnTo>
                <a:lnTo>
                  <a:pt x="919" y="2753"/>
                </a:lnTo>
                <a:lnTo>
                  <a:pt x="991" y="2799"/>
                </a:lnTo>
                <a:lnTo>
                  <a:pt x="1067" y="2840"/>
                </a:lnTo>
                <a:lnTo>
                  <a:pt x="1145" y="2875"/>
                </a:lnTo>
                <a:lnTo>
                  <a:pt x="1226" y="2907"/>
                </a:lnTo>
                <a:lnTo>
                  <a:pt x="1308" y="2933"/>
                </a:lnTo>
                <a:lnTo>
                  <a:pt x="1394" y="2954"/>
                </a:lnTo>
                <a:lnTo>
                  <a:pt x="1481" y="2968"/>
                </a:lnTo>
                <a:lnTo>
                  <a:pt x="1570" y="2978"/>
                </a:lnTo>
                <a:lnTo>
                  <a:pt x="1661" y="2981"/>
                </a:lnTo>
                <a:lnTo>
                  <a:pt x="1751" y="2978"/>
                </a:lnTo>
                <a:lnTo>
                  <a:pt x="1840" y="2968"/>
                </a:lnTo>
                <a:lnTo>
                  <a:pt x="1927" y="2954"/>
                </a:lnTo>
                <a:lnTo>
                  <a:pt x="2013" y="2933"/>
                </a:lnTo>
                <a:lnTo>
                  <a:pt x="2095" y="2907"/>
                </a:lnTo>
                <a:lnTo>
                  <a:pt x="2176" y="2875"/>
                </a:lnTo>
                <a:lnTo>
                  <a:pt x="2254" y="2840"/>
                </a:lnTo>
                <a:lnTo>
                  <a:pt x="2330" y="2799"/>
                </a:lnTo>
                <a:lnTo>
                  <a:pt x="2402" y="2753"/>
                </a:lnTo>
                <a:lnTo>
                  <a:pt x="2471" y="2704"/>
                </a:lnTo>
                <a:lnTo>
                  <a:pt x="2536" y="2650"/>
                </a:lnTo>
                <a:lnTo>
                  <a:pt x="2598" y="2591"/>
                </a:lnTo>
                <a:lnTo>
                  <a:pt x="2657" y="2529"/>
                </a:lnTo>
                <a:lnTo>
                  <a:pt x="2711" y="2464"/>
                </a:lnTo>
                <a:lnTo>
                  <a:pt x="2760" y="2396"/>
                </a:lnTo>
                <a:lnTo>
                  <a:pt x="2807" y="2323"/>
                </a:lnTo>
                <a:lnTo>
                  <a:pt x="2848" y="2248"/>
                </a:lnTo>
                <a:lnTo>
                  <a:pt x="2883" y="2170"/>
                </a:lnTo>
                <a:lnTo>
                  <a:pt x="2914" y="2090"/>
                </a:lnTo>
                <a:lnTo>
                  <a:pt x="2941" y="2007"/>
                </a:lnTo>
                <a:lnTo>
                  <a:pt x="2962" y="1922"/>
                </a:lnTo>
                <a:lnTo>
                  <a:pt x="2976" y="1835"/>
                </a:lnTo>
                <a:lnTo>
                  <a:pt x="2986" y="1746"/>
                </a:lnTo>
                <a:lnTo>
                  <a:pt x="2989" y="1656"/>
                </a:lnTo>
                <a:lnTo>
                  <a:pt x="3321" y="1656"/>
                </a:lnTo>
                <a:lnTo>
                  <a:pt x="3318" y="1756"/>
                </a:lnTo>
                <a:lnTo>
                  <a:pt x="3309" y="1856"/>
                </a:lnTo>
                <a:lnTo>
                  <a:pt x="3294" y="1952"/>
                </a:lnTo>
                <a:lnTo>
                  <a:pt x="3274" y="2047"/>
                </a:lnTo>
                <a:lnTo>
                  <a:pt x="3248" y="2141"/>
                </a:lnTo>
                <a:lnTo>
                  <a:pt x="3216" y="2232"/>
                </a:lnTo>
                <a:lnTo>
                  <a:pt x="3180" y="2320"/>
                </a:lnTo>
                <a:lnTo>
                  <a:pt x="3139" y="2407"/>
                </a:lnTo>
                <a:lnTo>
                  <a:pt x="3094" y="2490"/>
                </a:lnTo>
                <a:lnTo>
                  <a:pt x="3043" y="2570"/>
                </a:lnTo>
                <a:lnTo>
                  <a:pt x="2988" y="2648"/>
                </a:lnTo>
                <a:lnTo>
                  <a:pt x="2930" y="2721"/>
                </a:lnTo>
                <a:lnTo>
                  <a:pt x="2866" y="2791"/>
                </a:lnTo>
                <a:lnTo>
                  <a:pt x="2799" y="2858"/>
                </a:lnTo>
                <a:lnTo>
                  <a:pt x="2728" y="2922"/>
                </a:lnTo>
                <a:lnTo>
                  <a:pt x="2655" y="2980"/>
                </a:lnTo>
                <a:lnTo>
                  <a:pt x="2577" y="3035"/>
                </a:lnTo>
                <a:lnTo>
                  <a:pt x="2497" y="3085"/>
                </a:lnTo>
                <a:lnTo>
                  <a:pt x="2413" y="3130"/>
                </a:lnTo>
                <a:lnTo>
                  <a:pt x="2327" y="3171"/>
                </a:lnTo>
                <a:lnTo>
                  <a:pt x="2238" y="3208"/>
                </a:lnTo>
                <a:lnTo>
                  <a:pt x="2147" y="3239"/>
                </a:lnTo>
                <a:lnTo>
                  <a:pt x="2053" y="3265"/>
                </a:lnTo>
                <a:lnTo>
                  <a:pt x="1957" y="3285"/>
                </a:lnTo>
                <a:lnTo>
                  <a:pt x="1861" y="3300"/>
                </a:lnTo>
                <a:lnTo>
                  <a:pt x="1761" y="3309"/>
                </a:lnTo>
                <a:lnTo>
                  <a:pt x="1661" y="3312"/>
                </a:lnTo>
                <a:lnTo>
                  <a:pt x="1560" y="3309"/>
                </a:lnTo>
                <a:lnTo>
                  <a:pt x="1460" y="3300"/>
                </a:lnTo>
                <a:lnTo>
                  <a:pt x="1364" y="3285"/>
                </a:lnTo>
                <a:lnTo>
                  <a:pt x="1268" y="3265"/>
                </a:lnTo>
                <a:lnTo>
                  <a:pt x="1174" y="3239"/>
                </a:lnTo>
                <a:lnTo>
                  <a:pt x="1083" y="3208"/>
                </a:lnTo>
                <a:lnTo>
                  <a:pt x="994" y="3171"/>
                </a:lnTo>
                <a:lnTo>
                  <a:pt x="908" y="3130"/>
                </a:lnTo>
                <a:lnTo>
                  <a:pt x="824" y="3085"/>
                </a:lnTo>
                <a:lnTo>
                  <a:pt x="744" y="3035"/>
                </a:lnTo>
                <a:lnTo>
                  <a:pt x="666" y="2980"/>
                </a:lnTo>
                <a:lnTo>
                  <a:pt x="593" y="2922"/>
                </a:lnTo>
                <a:lnTo>
                  <a:pt x="522" y="2858"/>
                </a:lnTo>
                <a:lnTo>
                  <a:pt x="455" y="2791"/>
                </a:lnTo>
                <a:lnTo>
                  <a:pt x="391" y="2721"/>
                </a:lnTo>
                <a:lnTo>
                  <a:pt x="333" y="2648"/>
                </a:lnTo>
                <a:lnTo>
                  <a:pt x="278" y="2570"/>
                </a:lnTo>
                <a:lnTo>
                  <a:pt x="227" y="2490"/>
                </a:lnTo>
                <a:lnTo>
                  <a:pt x="182" y="2407"/>
                </a:lnTo>
                <a:lnTo>
                  <a:pt x="141" y="2320"/>
                </a:lnTo>
                <a:lnTo>
                  <a:pt x="105" y="2232"/>
                </a:lnTo>
                <a:lnTo>
                  <a:pt x="73" y="2141"/>
                </a:lnTo>
                <a:lnTo>
                  <a:pt x="47" y="2047"/>
                </a:lnTo>
                <a:lnTo>
                  <a:pt x="27" y="1952"/>
                </a:lnTo>
                <a:lnTo>
                  <a:pt x="12" y="1856"/>
                </a:lnTo>
                <a:lnTo>
                  <a:pt x="3" y="1756"/>
                </a:lnTo>
                <a:lnTo>
                  <a:pt x="0" y="1656"/>
                </a:lnTo>
                <a:lnTo>
                  <a:pt x="3" y="1556"/>
                </a:lnTo>
                <a:lnTo>
                  <a:pt x="12" y="1456"/>
                </a:lnTo>
                <a:lnTo>
                  <a:pt x="27" y="1360"/>
                </a:lnTo>
                <a:lnTo>
                  <a:pt x="47" y="1265"/>
                </a:lnTo>
                <a:lnTo>
                  <a:pt x="73" y="1171"/>
                </a:lnTo>
                <a:lnTo>
                  <a:pt x="105" y="1080"/>
                </a:lnTo>
                <a:lnTo>
                  <a:pt x="141" y="992"/>
                </a:lnTo>
                <a:lnTo>
                  <a:pt x="182" y="905"/>
                </a:lnTo>
                <a:lnTo>
                  <a:pt x="227" y="822"/>
                </a:lnTo>
                <a:lnTo>
                  <a:pt x="278" y="742"/>
                </a:lnTo>
                <a:lnTo>
                  <a:pt x="333" y="664"/>
                </a:lnTo>
                <a:lnTo>
                  <a:pt x="391" y="591"/>
                </a:lnTo>
                <a:lnTo>
                  <a:pt x="455" y="521"/>
                </a:lnTo>
                <a:lnTo>
                  <a:pt x="522" y="454"/>
                </a:lnTo>
                <a:lnTo>
                  <a:pt x="593" y="390"/>
                </a:lnTo>
                <a:lnTo>
                  <a:pt x="666" y="332"/>
                </a:lnTo>
                <a:lnTo>
                  <a:pt x="744" y="277"/>
                </a:lnTo>
                <a:lnTo>
                  <a:pt x="824" y="227"/>
                </a:lnTo>
                <a:lnTo>
                  <a:pt x="908" y="182"/>
                </a:lnTo>
                <a:lnTo>
                  <a:pt x="994" y="141"/>
                </a:lnTo>
                <a:lnTo>
                  <a:pt x="1083" y="104"/>
                </a:lnTo>
                <a:lnTo>
                  <a:pt x="1174" y="73"/>
                </a:lnTo>
                <a:lnTo>
                  <a:pt x="1268" y="47"/>
                </a:lnTo>
                <a:lnTo>
                  <a:pt x="1364" y="27"/>
                </a:lnTo>
                <a:lnTo>
                  <a:pt x="1460" y="12"/>
                </a:lnTo>
                <a:lnTo>
                  <a:pt x="1560" y="3"/>
                </a:lnTo>
                <a:lnTo>
                  <a:pt x="1661" y="0"/>
                </a:lnTo>
                <a:close/>
              </a:path>
            </a:pathLst>
          </a:custGeom>
          <a:solidFill>
            <a:srgbClr val="93C9E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>
              <a:solidFill>
                <a:prstClr val="black"/>
              </a:solidFill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4C3DA931-A3EB-496D-B7CA-42E4F34F08AC}"/>
              </a:ext>
            </a:extLst>
          </p:cNvPr>
          <p:cNvSpPr/>
          <p:nvPr/>
        </p:nvSpPr>
        <p:spPr>
          <a:xfrm>
            <a:off x="2573436" y="3496552"/>
            <a:ext cx="9507354" cy="24776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가장 최신에 </a:t>
            </a:r>
            <a:r>
              <a:rPr lang="ko-KR" altLang="en-US" sz="2000" dirty="0" smtClean="0"/>
              <a:t>나타나는</a:t>
            </a:r>
            <a:r>
              <a:rPr lang="en-US" altLang="ko-KR" sz="2000" dirty="0"/>
              <a:t>(2022.05</a:t>
            </a:r>
            <a:r>
              <a:rPr lang="ko-KR" altLang="en-US" sz="2000" dirty="0"/>
              <a:t> 데이터</a:t>
            </a:r>
            <a:r>
              <a:rPr lang="en-US" altLang="ko-KR" sz="2000" dirty="0"/>
              <a:t>) </a:t>
            </a:r>
            <a:r>
              <a:rPr lang="ko-KR" altLang="en-US" sz="2000" dirty="0" smtClean="0"/>
              <a:t>글로벌 </a:t>
            </a:r>
            <a:r>
              <a:rPr lang="ko-KR" altLang="en-US" sz="2000" dirty="0"/>
              <a:t>기업 순위를 </a:t>
            </a:r>
            <a:r>
              <a:rPr lang="ko-KR" altLang="en-US" sz="2000" dirty="0" smtClean="0"/>
              <a:t>한 </a:t>
            </a:r>
            <a:r>
              <a:rPr lang="ko-KR" altLang="en-US" sz="2000" dirty="0"/>
              <a:t>눈에 </a:t>
            </a:r>
            <a:r>
              <a:rPr lang="ko-KR" altLang="en-US" sz="2000" dirty="0" smtClean="0"/>
              <a:t>파악</a:t>
            </a:r>
            <a:endParaRPr lang="en-US" altLang="ko-KR" sz="2000" dirty="0" smtClean="0"/>
          </a:p>
          <a:p>
            <a:pPr fontAlgn="base"/>
            <a:endParaRPr lang="en-US" altLang="ko-KR" sz="2000" dirty="0"/>
          </a:p>
          <a:p>
            <a:pPr fontAlgn="base"/>
            <a:r>
              <a:rPr lang="ko-KR" altLang="en-US" sz="2000" dirty="0" smtClean="0"/>
              <a:t>그 </a:t>
            </a:r>
            <a:r>
              <a:rPr lang="ko-KR" altLang="en-US" sz="2000" dirty="0"/>
              <a:t>기업의 </a:t>
            </a:r>
            <a:r>
              <a:rPr lang="ko-KR" altLang="en-US" sz="2000" dirty="0" smtClean="0"/>
              <a:t>시장가치가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높은 </a:t>
            </a:r>
            <a:r>
              <a:rPr lang="ko-KR" altLang="en-US" sz="2000" dirty="0"/>
              <a:t>이유 조사 </a:t>
            </a:r>
            <a:endParaRPr lang="en-US" altLang="ko-KR" sz="2000" dirty="0" smtClean="0"/>
          </a:p>
          <a:p>
            <a:pPr fontAlgn="base"/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글로벌기업 순위를 </a:t>
            </a:r>
            <a:r>
              <a:rPr lang="ko-KR" altLang="en-US" sz="2000" dirty="0" smtClean="0"/>
              <a:t>보면서 </a:t>
            </a:r>
            <a:r>
              <a:rPr lang="ko-KR" altLang="en-US" sz="2000" dirty="0"/>
              <a:t>세계의 </a:t>
            </a:r>
            <a:r>
              <a:rPr lang="ko-KR" altLang="en-US" sz="2000" dirty="0" err="1" smtClean="0"/>
              <a:t>시장흐름</a:t>
            </a:r>
            <a:r>
              <a:rPr lang="ko-KR" altLang="en-US" sz="2000" dirty="0" smtClean="0"/>
              <a:t> </a:t>
            </a:r>
            <a:r>
              <a:rPr lang="ko-KR" altLang="en-US" sz="2000" dirty="0"/>
              <a:t>또는 </a:t>
            </a:r>
            <a:r>
              <a:rPr lang="ko-KR" altLang="en-US" sz="2000" dirty="0" smtClean="0"/>
              <a:t>트렌드 </a:t>
            </a:r>
            <a:r>
              <a:rPr lang="ko-KR" altLang="en-US" sz="2000" dirty="0"/>
              <a:t>파악</a:t>
            </a:r>
            <a:endParaRPr lang="ko-KR" altLang="en-US" sz="1100" dirty="0"/>
          </a:p>
          <a:p>
            <a:pPr algn="ctr" fontAlgn="base"/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014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C9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DA899EA-5290-4466-9CDB-D71C1B2EDCFA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endParaRPr lang="ko-KR" altLang="en-US" sz="7200" kern="0" dirty="0">
              <a:solidFill>
                <a:prstClr val="white"/>
              </a:solidFill>
            </a:endParaRPr>
          </a:p>
        </p:txBody>
      </p:sp>
      <p:sp>
        <p:nvSpPr>
          <p:cNvPr id="7" name="모서리가 둥근 직사각형 5">
            <a:extLst>
              <a:ext uri="{FF2B5EF4-FFF2-40B4-BE49-F238E27FC236}">
                <a16:creationId xmlns:a16="http://schemas.microsoft.com/office/drawing/2014/main" id="{978B0B98-AD96-4F4D-A1D3-E344E7E3ADFB}"/>
              </a:ext>
            </a:extLst>
          </p:cNvPr>
          <p:cNvSpPr/>
          <p:nvPr/>
        </p:nvSpPr>
        <p:spPr>
          <a:xfrm>
            <a:off x="222421" y="252037"/>
            <a:ext cx="11747157" cy="635392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dist="127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3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글로벌기업 세계 순위 시각화</a:t>
            </a:r>
            <a:endParaRPr lang="en-US" altLang="ko-KR" sz="3400" b="1" kern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7372575" y="2275203"/>
            <a:ext cx="6060749" cy="2552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ko-KR" sz="16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워드클라우드를</a:t>
            </a:r>
            <a:r>
              <a:rPr lang="ko-KR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이용</a:t>
            </a:r>
            <a:r>
              <a:rPr lang="ko-KR" altLang="en-US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한</a:t>
            </a:r>
            <a:r>
              <a:rPr lang="ko-KR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글로벌기</a:t>
            </a:r>
            <a:r>
              <a:rPr lang="ko-KR" altLang="en-US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업 순위 </a:t>
            </a:r>
            <a:endParaRPr lang="en-US" altLang="ko-KR" sz="16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altLang="ko-KR" sz="16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ko-KR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위</a:t>
            </a:r>
            <a:r>
              <a:rPr lang="en-US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-</a:t>
            </a:r>
            <a:r>
              <a:rPr lang="ko-KR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미국 </a:t>
            </a:r>
            <a:r>
              <a:rPr lang="en-US" altLang="ko-KR" sz="16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Berkshire Hathaway(</a:t>
            </a:r>
            <a:r>
              <a:rPr lang="ko-KR" altLang="ko-KR" sz="16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버크셔해서웨이</a:t>
            </a:r>
            <a:r>
              <a:rPr lang="en-US" altLang="ko-KR" sz="16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),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2</a:t>
            </a:r>
            <a:r>
              <a:rPr lang="ko-KR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위</a:t>
            </a:r>
            <a:r>
              <a:rPr lang="en-US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-</a:t>
            </a:r>
            <a:r>
              <a:rPr lang="ko-KR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중국</a:t>
            </a:r>
            <a:r>
              <a:rPr lang="en-US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ICBC, </a:t>
            </a:r>
            <a:endParaRPr lang="en-US" altLang="ko-KR" sz="16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3</a:t>
            </a:r>
            <a:r>
              <a:rPr lang="ko-KR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위</a:t>
            </a:r>
            <a:r>
              <a:rPr lang="en-US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-</a:t>
            </a:r>
            <a:r>
              <a:rPr lang="ko-KR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사우디아라비아 </a:t>
            </a:r>
            <a:r>
              <a:rPr lang="en-US" altLang="ko-KR" sz="16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Saudi Arabian Oil </a:t>
            </a:r>
            <a:r>
              <a:rPr lang="en-US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Company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ko-KR" sz="16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사우디아라비안 오일 컴퍼니</a:t>
            </a:r>
            <a:r>
              <a:rPr lang="en-US" altLang="ko-KR" sz="16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endParaRPr lang="en-US" altLang="ko-KR" sz="16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그 </a:t>
            </a:r>
            <a:r>
              <a:rPr lang="ko-KR" altLang="ko-KR" sz="16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뒤로 아마존</a:t>
            </a:r>
            <a:r>
              <a:rPr lang="en-US" altLang="ko-KR" sz="16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애플</a:t>
            </a:r>
            <a:r>
              <a:rPr lang="en-US" altLang="ko-KR" sz="16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마이크로소프트 </a:t>
            </a:r>
            <a:r>
              <a:rPr lang="ko-KR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등</a:t>
            </a:r>
            <a:endParaRPr lang="en-US" altLang="ko-KR" sz="16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Freeform 6"/>
          <p:cNvSpPr>
            <a:spLocks noEditPoints="1"/>
          </p:cNvSpPr>
          <p:nvPr/>
        </p:nvSpPr>
        <p:spPr bwMode="auto">
          <a:xfrm>
            <a:off x="6921092" y="2277403"/>
            <a:ext cx="368075" cy="367078"/>
          </a:xfrm>
          <a:custGeom>
            <a:avLst/>
            <a:gdLst>
              <a:gd name="T0" fmla="*/ 1494 w 3321"/>
              <a:gd name="T1" fmla="*/ 2318 h 3312"/>
              <a:gd name="T2" fmla="*/ 1494 w 3321"/>
              <a:gd name="T3" fmla="*/ 1855 h 3312"/>
              <a:gd name="T4" fmla="*/ 1753 w 3321"/>
              <a:gd name="T5" fmla="*/ 3 h 3312"/>
              <a:gd name="T6" fmla="*/ 2027 w 3321"/>
              <a:gd name="T7" fmla="*/ 42 h 3312"/>
              <a:gd name="T8" fmla="*/ 2291 w 3321"/>
              <a:gd name="T9" fmla="*/ 115 h 3312"/>
              <a:gd name="T10" fmla="*/ 1885 w 3321"/>
              <a:gd name="T11" fmla="*/ 349 h 3312"/>
              <a:gd name="T12" fmla="*/ 1661 w 3321"/>
              <a:gd name="T13" fmla="*/ 331 h 3312"/>
              <a:gd name="T14" fmla="*/ 1394 w 3321"/>
              <a:gd name="T15" fmla="*/ 358 h 3312"/>
              <a:gd name="T16" fmla="*/ 1145 w 3321"/>
              <a:gd name="T17" fmla="*/ 437 h 3312"/>
              <a:gd name="T18" fmla="*/ 919 w 3321"/>
              <a:gd name="T19" fmla="*/ 559 h 3312"/>
              <a:gd name="T20" fmla="*/ 723 w 3321"/>
              <a:gd name="T21" fmla="*/ 721 h 3312"/>
              <a:gd name="T22" fmla="*/ 561 w 3321"/>
              <a:gd name="T23" fmla="*/ 916 h 3312"/>
              <a:gd name="T24" fmla="*/ 438 w 3321"/>
              <a:gd name="T25" fmla="*/ 1142 h 3312"/>
              <a:gd name="T26" fmla="*/ 359 w 3321"/>
              <a:gd name="T27" fmla="*/ 1390 h 3312"/>
              <a:gd name="T28" fmla="*/ 332 w 3321"/>
              <a:gd name="T29" fmla="*/ 1656 h 3312"/>
              <a:gd name="T30" fmla="*/ 359 w 3321"/>
              <a:gd name="T31" fmla="*/ 1922 h 3312"/>
              <a:gd name="T32" fmla="*/ 438 w 3321"/>
              <a:gd name="T33" fmla="*/ 2170 h 3312"/>
              <a:gd name="T34" fmla="*/ 561 w 3321"/>
              <a:gd name="T35" fmla="*/ 2396 h 3312"/>
              <a:gd name="T36" fmla="*/ 723 w 3321"/>
              <a:gd name="T37" fmla="*/ 2591 h 3312"/>
              <a:gd name="T38" fmla="*/ 919 w 3321"/>
              <a:gd name="T39" fmla="*/ 2753 h 3312"/>
              <a:gd name="T40" fmla="*/ 1145 w 3321"/>
              <a:gd name="T41" fmla="*/ 2875 h 3312"/>
              <a:gd name="T42" fmla="*/ 1394 w 3321"/>
              <a:gd name="T43" fmla="*/ 2954 h 3312"/>
              <a:gd name="T44" fmla="*/ 1661 w 3321"/>
              <a:gd name="T45" fmla="*/ 2981 h 3312"/>
              <a:gd name="T46" fmla="*/ 1927 w 3321"/>
              <a:gd name="T47" fmla="*/ 2954 h 3312"/>
              <a:gd name="T48" fmla="*/ 2176 w 3321"/>
              <a:gd name="T49" fmla="*/ 2875 h 3312"/>
              <a:gd name="T50" fmla="*/ 2402 w 3321"/>
              <a:gd name="T51" fmla="*/ 2753 h 3312"/>
              <a:gd name="T52" fmla="*/ 2598 w 3321"/>
              <a:gd name="T53" fmla="*/ 2591 h 3312"/>
              <a:gd name="T54" fmla="*/ 2760 w 3321"/>
              <a:gd name="T55" fmla="*/ 2396 h 3312"/>
              <a:gd name="T56" fmla="*/ 2883 w 3321"/>
              <a:gd name="T57" fmla="*/ 2170 h 3312"/>
              <a:gd name="T58" fmla="*/ 2962 w 3321"/>
              <a:gd name="T59" fmla="*/ 1922 h 3312"/>
              <a:gd name="T60" fmla="*/ 2989 w 3321"/>
              <a:gd name="T61" fmla="*/ 1656 h 3312"/>
              <a:gd name="T62" fmla="*/ 3309 w 3321"/>
              <a:gd name="T63" fmla="*/ 1856 h 3312"/>
              <a:gd name="T64" fmla="*/ 3248 w 3321"/>
              <a:gd name="T65" fmla="*/ 2141 h 3312"/>
              <a:gd name="T66" fmla="*/ 3139 w 3321"/>
              <a:gd name="T67" fmla="*/ 2407 h 3312"/>
              <a:gd name="T68" fmla="*/ 2988 w 3321"/>
              <a:gd name="T69" fmla="*/ 2648 h 3312"/>
              <a:gd name="T70" fmla="*/ 2799 w 3321"/>
              <a:gd name="T71" fmla="*/ 2858 h 3312"/>
              <a:gd name="T72" fmla="*/ 2577 w 3321"/>
              <a:gd name="T73" fmla="*/ 3035 h 3312"/>
              <a:gd name="T74" fmla="*/ 2327 w 3321"/>
              <a:gd name="T75" fmla="*/ 3171 h 3312"/>
              <a:gd name="T76" fmla="*/ 2053 w 3321"/>
              <a:gd name="T77" fmla="*/ 3265 h 3312"/>
              <a:gd name="T78" fmla="*/ 1761 w 3321"/>
              <a:gd name="T79" fmla="*/ 3309 h 3312"/>
              <a:gd name="T80" fmla="*/ 1460 w 3321"/>
              <a:gd name="T81" fmla="*/ 3300 h 3312"/>
              <a:gd name="T82" fmla="*/ 1174 w 3321"/>
              <a:gd name="T83" fmla="*/ 3239 h 3312"/>
              <a:gd name="T84" fmla="*/ 908 w 3321"/>
              <a:gd name="T85" fmla="*/ 3130 h 3312"/>
              <a:gd name="T86" fmla="*/ 666 w 3321"/>
              <a:gd name="T87" fmla="*/ 2980 h 3312"/>
              <a:gd name="T88" fmla="*/ 455 w 3321"/>
              <a:gd name="T89" fmla="*/ 2791 h 3312"/>
              <a:gd name="T90" fmla="*/ 278 w 3321"/>
              <a:gd name="T91" fmla="*/ 2570 h 3312"/>
              <a:gd name="T92" fmla="*/ 141 w 3321"/>
              <a:gd name="T93" fmla="*/ 2320 h 3312"/>
              <a:gd name="T94" fmla="*/ 47 w 3321"/>
              <a:gd name="T95" fmla="*/ 2047 h 3312"/>
              <a:gd name="T96" fmla="*/ 3 w 3321"/>
              <a:gd name="T97" fmla="*/ 1756 h 3312"/>
              <a:gd name="T98" fmla="*/ 12 w 3321"/>
              <a:gd name="T99" fmla="*/ 1456 h 3312"/>
              <a:gd name="T100" fmla="*/ 73 w 3321"/>
              <a:gd name="T101" fmla="*/ 1171 h 3312"/>
              <a:gd name="T102" fmla="*/ 182 w 3321"/>
              <a:gd name="T103" fmla="*/ 905 h 3312"/>
              <a:gd name="T104" fmla="*/ 333 w 3321"/>
              <a:gd name="T105" fmla="*/ 664 h 3312"/>
              <a:gd name="T106" fmla="*/ 522 w 3321"/>
              <a:gd name="T107" fmla="*/ 454 h 3312"/>
              <a:gd name="T108" fmla="*/ 744 w 3321"/>
              <a:gd name="T109" fmla="*/ 277 h 3312"/>
              <a:gd name="T110" fmla="*/ 994 w 3321"/>
              <a:gd name="T111" fmla="*/ 141 h 3312"/>
              <a:gd name="T112" fmla="*/ 1268 w 3321"/>
              <a:gd name="T113" fmla="*/ 47 h 3312"/>
              <a:gd name="T114" fmla="*/ 1560 w 3321"/>
              <a:gd name="T115" fmla="*/ 3 h 3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21" h="3312">
                <a:moveTo>
                  <a:pt x="2922" y="431"/>
                </a:moveTo>
                <a:lnTo>
                  <a:pt x="3155" y="662"/>
                </a:lnTo>
                <a:lnTo>
                  <a:pt x="1494" y="2318"/>
                </a:lnTo>
                <a:lnTo>
                  <a:pt x="748" y="1574"/>
                </a:lnTo>
                <a:lnTo>
                  <a:pt x="979" y="1341"/>
                </a:lnTo>
                <a:lnTo>
                  <a:pt x="1494" y="1855"/>
                </a:lnTo>
                <a:lnTo>
                  <a:pt x="2922" y="431"/>
                </a:lnTo>
                <a:close/>
                <a:moveTo>
                  <a:pt x="1661" y="0"/>
                </a:moveTo>
                <a:lnTo>
                  <a:pt x="1753" y="3"/>
                </a:lnTo>
                <a:lnTo>
                  <a:pt x="1845" y="11"/>
                </a:lnTo>
                <a:lnTo>
                  <a:pt x="1936" y="25"/>
                </a:lnTo>
                <a:lnTo>
                  <a:pt x="2027" y="42"/>
                </a:lnTo>
                <a:lnTo>
                  <a:pt x="2116" y="63"/>
                </a:lnTo>
                <a:lnTo>
                  <a:pt x="2205" y="88"/>
                </a:lnTo>
                <a:lnTo>
                  <a:pt x="2291" y="115"/>
                </a:lnTo>
                <a:lnTo>
                  <a:pt x="2026" y="380"/>
                </a:lnTo>
                <a:lnTo>
                  <a:pt x="1956" y="363"/>
                </a:lnTo>
                <a:lnTo>
                  <a:pt x="1885" y="349"/>
                </a:lnTo>
                <a:lnTo>
                  <a:pt x="1813" y="339"/>
                </a:lnTo>
                <a:lnTo>
                  <a:pt x="1738" y="333"/>
                </a:lnTo>
                <a:lnTo>
                  <a:pt x="1661" y="331"/>
                </a:lnTo>
                <a:lnTo>
                  <a:pt x="1570" y="334"/>
                </a:lnTo>
                <a:lnTo>
                  <a:pt x="1481" y="344"/>
                </a:lnTo>
                <a:lnTo>
                  <a:pt x="1394" y="358"/>
                </a:lnTo>
                <a:lnTo>
                  <a:pt x="1308" y="379"/>
                </a:lnTo>
                <a:lnTo>
                  <a:pt x="1226" y="405"/>
                </a:lnTo>
                <a:lnTo>
                  <a:pt x="1145" y="437"/>
                </a:lnTo>
                <a:lnTo>
                  <a:pt x="1067" y="472"/>
                </a:lnTo>
                <a:lnTo>
                  <a:pt x="991" y="513"/>
                </a:lnTo>
                <a:lnTo>
                  <a:pt x="919" y="559"/>
                </a:lnTo>
                <a:lnTo>
                  <a:pt x="850" y="608"/>
                </a:lnTo>
                <a:lnTo>
                  <a:pt x="785" y="662"/>
                </a:lnTo>
                <a:lnTo>
                  <a:pt x="723" y="721"/>
                </a:lnTo>
                <a:lnTo>
                  <a:pt x="664" y="783"/>
                </a:lnTo>
                <a:lnTo>
                  <a:pt x="610" y="848"/>
                </a:lnTo>
                <a:lnTo>
                  <a:pt x="561" y="916"/>
                </a:lnTo>
                <a:lnTo>
                  <a:pt x="514" y="989"/>
                </a:lnTo>
                <a:lnTo>
                  <a:pt x="473" y="1064"/>
                </a:lnTo>
                <a:lnTo>
                  <a:pt x="438" y="1142"/>
                </a:lnTo>
                <a:lnTo>
                  <a:pt x="407" y="1222"/>
                </a:lnTo>
                <a:lnTo>
                  <a:pt x="380" y="1305"/>
                </a:lnTo>
                <a:lnTo>
                  <a:pt x="359" y="1390"/>
                </a:lnTo>
                <a:lnTo>
                  <a:pt x="345" y="1477"/>
                </a:lnTo>
                <a:lnTo>
                  <a:pt x="335" y="1566"/>
                </a:lnTo>
                <a:lnTo>
                  <a:pt x="332" y="1656"/>
                </a:lnTo>
                <a:lnTo>
                  <a:pt x="335" y="1746"/>
                </a:lnTo>
                <a:lnTo>
                  <a:pt x="345" y="1835"/>
                </a:lnTo>
                <a:lnTo>
                  <a:pt x="359" y="1922"/>
                </a:lnTo>
                <a:lnTo>
                  <a:pt x="380" y="2007"/>
                </a:lnTo>
                <a:lnTo>
                  <a:pt x="407" y="2090"/>
                </a:lnTo>
                <a:lnTo>
                  <a:pt x="438" y="2170"/>
                </a:lnTo>
                <a:lnTo>
                  <a:pt x="473" y="2248"/>
                </a:lnTo>
                <a:lnTo>
                  <a:pt x="514" y="2323"/>
                </a:lnTo>
                <a:lnTo>
                  <a:pt x="561" y="2396"/>
                </a:lnTo>
                <a:lnTo>
                  <a:pt x="610" y="2464"/>
                </a:lnTo>
                <a:lnTo>
                  <a:pt x="664" y="2529"/>
                </a:lnTo>
                <a:lnTo>
                  <a:pt x="723" y="2591"/>
                </a:lnTo>
                <a:lnTo>
                  <a:pt x="785" y="2650"/>
                </a:lnTo>
                <a:lnTo>
                  <a:pt x="850" y="2704"/>
                </a:lnTo>
                <a:lnTo>
                  <a:pt x="919" y="2753"/>
                </a:lnTo>
                <a:lnTo>
                  <a:pt x="991" y="2799"/>
                </a:lnTo>
                <a:lnTo>
                  <a:pt x="1067" y="2840"/>
                </a:lnTo>
                <a:lnTo>
                  <a:pt x="1145" y="2875"/>
                </a:lnTo>
                <a:lnTo>
                  <a:pt x="1226" y="2907"/>
                </a:lnTo>
                <a:lnTo>
                  <a:pt x="1308" y="2933"/>
                </a:lnTo>
                <a:lnTo>
                  <a:pt x="1394" y="2954"/>
                </a:lnTo>
                <a:lnTo>
                  <a:pt x="1481" y="2968"/>
                </a:lnTo>
                <a:lnTo>
                  <a:pt x="1570" y="2978"/>
                </a:lnTo>
                <a:lnTo>
                  <a:pt x="1661" y="2981"/>
                </a:lnTo>
                <a:lnTo>
                  <a:pt x="1751" y="2978"/>
                </a:lnTo>
                <a:lnTo>
                  <a:pt x="1840" y="2968"/>
                </a:lnTo>
                <a:lnTo>
                  <a:pt x="1927" y="2954"/>
                </a:lnTo>
                <a:lnTo>
                  <a:pt x="2013" y="2933"/>
                </a:lnTo>
                <a:lnTo>
                  <a:pt x="2095" y="2907"/>
                </a:lnTo>
                <a:lnTo>
                  <a:pt x="2176" y="2875"/>
                </a:lnTo>
                <a:lnTo>
                  <a:pt x="2254" y="2840"/>
                </a:lnTo>
                <a:lnTo>
                  <a:pt x="2330" y="2799"/>
                </a:lnTo>
                <a:lnTo>
                  <a:pt x="2402" y="2753"/>
                </a:lnTo>
                <a:lnTo>
                  <a:pt x="2471" y="2704"/>
                </a:lnTo>
                <a:lnTo>
                  <a:pt x="2536" y="2650"/>
                </a:lnTo>
                <a:lnTo>
                  <a:pt x="2598" y="2591"/>
                </a:lnTo>
                <a:lnTo>
                  <a:pt x="2657" y="2529"/>
                </a:lnTo>
                <a:lnTo>
                  <a:pt x="2711" y="2464"/>
                </a:lnTo>
                <a:lnTo>
                  <a:pt x="2760" y="2396"/>
                </a:lnTo>
                <a:lnTo>
                  <a:pt x="2807" y="2323"/>
                </a:lnTo>
                <a:lnTo>
                  <a:pt x="2848" y="2248"/>
                </a:lnTo>
                <a:lnTo>
                  <a:pt x="2883" y="2170"/>
                </a:lnTo>
                <a:lnTo>
                  <a:pt x="2914" y="2090"/>
                </a:lnTo>
                <a:lnTo>
                  <a:pt x="2941" y="2007"/>
                </a:lnTo>
                <a:lnTo>
                  <a:pt x="2962" y="1922"/>
                </a:lnTo>
                <a:lnTo>
                  <a:pt x="2976" y="1835"/>
                </a:lnTo>
                <a:lnTo>
                  <a:pt x="2986" y="1746"/>
                </a:lnTo>
                <a:lnTo>
                  <a:pt x="2989" y="1656"/>
                </a:lnTo>
                <a:lnTo>
                  <a:pt x="3321" y="1656"/>
                </a:lnTo>
                <a:lnTo>
                  <a:pt x="3318" y="1756"/>
                </a:lnTo>
                <a:lnTo>
                  <a:pt x="3309" y="1856"/>
                </a:lnTo>
                <a:lnTo>
                  <a:pt x="3294" y="1952"/>
                </a:lnTo>
                <a:lnTo>
                  <a:pt x="3274" y="2047"/>
                </a:lnTo>
                <a:lnTo>
                  <a:pt x="3248" y="2141"/>
                </a:lnTo>
                <a:lnTo>
                  <a:pt x="3216" y="2232"/>
                </a:lnTo>
                <a:lnTo>
                  <a:pt x="3180" y="2320"/>
                </a:lnTo>
                <a:lnTo>
                  <a:pt x="3139" y="2407"/>
                </a:lnTo>
                <a:lnTo>
                  <a:pt x="3094" y="2490"/>
                </a:lnTo>
                <a:lnTo>
                  <a:pt x="3043" y="2570"/>
                </a:lnTo>
                <a:lnTo>
                  <a:pt x="2988" y="2648"/>
                </a:lnTo>
                <a:lnTo>
                  <a:pt x="2930" y="2721"/>
                </a:lnTo>
                <a:lnTo>
                  <a:pt x="2866" y="2791"/>
                </a:lnTo>
                <a:lnTo>
                  <a:pt x="2799" y="2858"/>
                </a:lnTo>
                <a:lnTo>
                  <a:pt x="2728" y="2922"/>
                </a:lnTo>
                <a:lnTo>
                  <a:pt x="2655" y="2980"/>
                </a:lnTo>
                <a:lnTo>
                  <a:pt x="2577" y="3035"/>
                </a:lnTo>
                <a:lnTo>
                  <a:pt x="2497" y="3085"/>
                </a:lnTo>
                <a:lnTo>
                  <a:pt x="2413" y="3130"/>
                </a:lnTo>
                <a:lnTo>
                  <a:pt x="2327" y="3171"/>
                </a:lnTo>
                <a:lnTo>
                  <a:pt x="2238" y="3208"/>
                </a:lnTo>
                <a:lnTo>
                  <a:pt x="2147" y="3239"/>
                </a:lnTo>
                <a:lnTo>
                  <a:pt x="2053" y="3265"/>
                </a:lnTo>
                <a:lnTo>
                  <a:pt x="1957" y="3285"/>
                </a:lnTo>
                <a:lnTo>
                  <a:pt x="1861" y="3300"/>
                </a:lnTo>
                <a:lnTo>
                  <a:pt x="1761" y="3309"/>
                </a:lnTo>
                <a:lnTo>
                  <a:pt x="1661" y="3312"/>
                </a:lnTo>
                <a:lnTo>
                  <a:pt x="1560" y="3309"/>
                </a:lnTo>
                <a:lnTo>
                  <a:pt x="1460" y="3300"/>
                </a:lnTo>
                <a:lnTo>
                  <a:pt x="1364" y="3285"/>
                </a:lnTo>
                <a:lnTo>
                  <a:pt x="1268" y="3265"/>
                </a:lnTo>
                <a:lnTo>
                  <a:pt x="1174" y="3239"/>
                </a:lnTo>
                <a:lnTo>
                  <a:pt x="1083" y="3208"/>
                </a:lnTo>
                <a:lnTo>
                  <a:pt x="994" y="3171"/>
                </a:lnTo>
                <a:lnTo>
                  <a:pt x="908" y="3130"/>
                </a:lnTo>
                <a:lnTo>
                  <a:pt x="824" y="3085"/>
                </a:lnTo>
                <a:lnTo>
                  <a:pt x="744" y="3035"/>
                </a:lnTo>
                <a:lnTo>
                  <a:pt x="666" y="2980"/>
                </a:lnTo>
                <a:lnTo>
                  <a:pt x="593" y="2922"/>
                </a:lnTo>
                <a:lnTo>
                  <a:pt x="522" y="2858"/>
                </a:lnTo>
                <a:lnTo>
                  <a:pt x="455" y="2791"/>
                </a:lnTo>
                <a:lnTo>
                  <a:pt x="391" y="2721"/>
                </a:lnTo>
                <a:lnTo>
                  <a:pt x="333" y="2648"/>
                </a:lnTo>
                <a:lnTo>
                  <a:pt x="278" y="2570"/>
                </a:lnTo>
                <a:lnTo>
                  <a:pt x="227" y="2490"/>
                </a:lnTo>
                <a:lnTo>
                  <a:pt x="182" y="2407"/>
                </a:lnTo>
                <a:lnTo>
                  <a:pt x="141" y="2320"/>
                </a:lnTo>
                <a:lnTo>
                  <a:pt x="105" y="2232"/>
                </a:lnTo>
                <a:lnTo>
                  <a:pt x="73" y="2141"/>
                </a:lnTo>
                <a:lnTo>
                  <a:pt x="47" y="2047"/>
                </a:lnTo>
                <a:lnTo>
                  <a:pt x="27" y="1952"/>
                </a:lnTo>
                <a:lnTo>
                  <a:pt x="12" y="1856"/>
                </a:lnTo>
                <a:lnTo>
                  <a:pt x="3" y="1756"/>
                </a:lnTo>
                <a:lnTo>
                  <a:pt x="0" y="1656"/>
                </a:lnTo>
                <a:lnTo>
                  <a:pt x="3" y="1556"/>
                </a:lnTo>
                <a:lnTo>
                  <a:pt x="12" y="1456"/>
                </a:lnTo>
                <a:lnTo>
                  <a:pt x="27" y="1360"/>
                </a:lnTo>
                <a:lnTo>
                  <a:pt x="47" y="1265"/>
                </a:lnTo>
                <a:lnTo>
                  <a:pt x="73" y="1171"/>
                </a:lnTo>
                <a:lnTo>
                  <a:pt x="105" y="1080"/>
                </a:lnTo>
                <a:lnTo>
                  <a:pt x="141" y="992"/>
                </a:lnTo>
                <a:lnTo>
                  <a:pt x="182" y="905"/>
                </a:lnTo>
                <a:lnTo>
                  <a:pt x="227" y="822"/>
                </a:lnTo>
                <a:lnTo>
                  <a:pt x="278" y="742"/>
                </a:lnTo>
                <a:lnTo>
                  <a:pt x="333" y="664"/>
                </a:lnTo>
                <a:lnTo>
                  <a:pt x="391" y="591"/>
                </a:lnTo>
                <a:lnTo>
                  <a:pt x="455" y="521"/>
                </a:lnTo>
                <a:lnTo>
                  <a:pt x="522" y="454"/>
                </a:lnTo>
                <a:lnTo>
                  <a:pt x="593" y="390"/>
                </a:lnTo>
                <a:lnTo>
                  <a:pt x="666" y="332"/>
                </a:lnTo>
                <a:lnTo>
                  <a:pt x="744" y="277"/>
                </a:lnTo>
                <a:lnTo>
                  <a:pt x="824" y="227"/>
                </a:lnTo>
                <a:lnTo>
                  <a:pt x="908" y="182"/>
                </a:lnTo>
                <a:lnTo>
                  <a:pt x="994" y="141"/>
                </a:lnTo>
                <a:lnTo>
                  <a:pt x="1083" y="104"/>
                </a:lnTo>
                <a:lnTo>
                  <a:pt x="1174" y="73"/>
                </a:lnTo>
                <a:lnTo>
                  <a:pt x="1268" y="47"/>
                </a:lnTo>
                <a:lnTo>
                  <a:pt x="1364" y="27"/>
                </a:lnTo>
                <a:lnTo>
                  <a:pt x="1460" y="12"/>
                </a:lnTo>
                <a:lnTo>
                  <a:pt x="1560" y="3"/>
                </a:lnTo>
                <a:lnTo>
                  <a:pt x="1661" y="0"/>
                </a:lnTo>
                <a:close/>
              </a:path>
            </a:pathLst>
          </a:custGeom>
          <a:solidFill>
            <a:srgbClr val="93C9E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>
              <a:solidFill>
                <a:prstClr val="black"/>
              </a:solidFill>
            </a:endParaRPr>
          </a:p>
        </p:txBody>
      </p:sp>
      <p:sp>
        <p:nvSpPr>
          <p:cNvPr id="11" name="Freeform 6"/>
          <p:cNvSpPr>
            <a:spLocks noEditPoints="1"/>
          </p:cNvSpPr>
          <p:nvPr/>
        </p:nvSpPr>
        <p:spPr bwMode="auto">
          <a:xfrm>
            <a:off x="6921092" y="3091276"/>
            <a:ext cx="368075" cy="367078"/>
          </a:xfrm>
          <a:custGeom>
            <a:avLst/>
            <a:gdLst>
              <a:gd name="T0" fmla="*/ 1494 w 3321"/>
              <a:gd name="T1" fmla="*/ 2318 h 3312"/>
              <a:gd name="T2" fmla="*/ 1494 w 3321"/>
              <a:gd name="T3" fmla="*/ 1855 h 3312"/>
              <a:gd name="T4" fmla="*/ 1753 w 3321"/>
              <a:gd name="T5" fmla="*/ 3 h 3312"/>
              <a:gd name="T6" fmla="*/ 2027 w 3321"/>
              <a:gd name="T7" fmla="*/ 42 h 3312"/>
              <a:gd name="T8" fmla="*/ 2291 w 3321"/>
              <a:gd name="T9" fmla="*/ 115 h 3312"/>
              <a:gd name="T10" fmla="*/ 1885 w 3321"/>
              <a:gd name="T11" fmla="*/ 349 h 3312"/>
              <a:gd name="T12" fmla="*/ 1661 w 3321"/>
              <a:gd name="T13" fmla="*/ 331 h 3312"/>
              <a:gd name="T14" fmla="*/ 1394 w 3321"/>
              <a:gd name="T15" fmla="*/ 358 h 3312"/>
              <a:gd name="T16" fmla="*/ 1145 w 3321"/>
              <a:gd name="T17" fmla="*/ 437 h 3312"/>
              <a:gd name="T18" fmla="*/ 919 w 3321"/>
              <a:gd name="T19" fmla="*/ 559 h 3312"/>
              <a:gd name="T20" fmla="*/ 723 w 3321"/>
              <a:gd name="T21" fmla="*/ 721 h 3312"/>
              <a:gd name="T22" fmla="*/ 561 w 3321"/>
              <a:gd name="T23" fmla="*/ 916 h 3312"/>
              <a:gd name="T24" fmla="*/ 438 w 3321"/>
              <a:gd name="T25" fmla="*/ 1142 h 3312"/>
              <a:gd name="T26" fmla="*/ 359 w 3321"/>
              <a:gd name="T27" fmla="*/ 1390 h 3312"/>
              <a:gd name="T28" fmla="*/ 332 w 3321"/>
              <a:gd name="T29" fmla="*/ 1656 h 3312"/>
              <a:gd name="T30" fmla="*/ 359 w 3321"/>
              <a:gd name="T31" fmla="*/ 1922 h 3312"/>
              <a:gd name="T32" fmla="*/ 438 w 3321"/>
              <a:gd name="T33" fmla="*/ 2170 h 3312"/>
              <a:gd name="T34" fmla="*/ 561 w 3321"/>
              <a:gd name="T35" fmla="*/ 2396 h 3312"/>
              <a:gd name="T36" fmla="*/ 723 w 3321"/>
              <a:gd name="T37" fmla="*/ 2591 h 3312"/>
              <a:gd name="T38" fmla="*/ 919 w 3321"/>
              <a:gd name="T39" fmla="*/ 2753 h 3312"/>
              <a:gd name="T40" fmla="*/ 1145 w 3321"/>
              <a:gd name="T41" fmla="*/ 2875 h 3312"/>
              <a:gd name="T42" fmla="*/ 1394 w 3321"/>
              <a:gd name="T43" fmla="*/ 2954 h 3312"/>
              <a:gd name="T44" fmla="*/ 1661 w 3321"/>
              <a:gd name="T45" fmla="*/ 2981 h 3312"/>
              <a:gd name="T46" fmla="*/ 1927 w 3321"/>
              <a:gd name="T47" fmla="*/ 2954 h 3312"/>
              <a:gd name="T48" fmla="*/ 2176 w 3321"/>
              <a:gd name="T49" fmla="*/ 2875 h 3312"/>
              <a:gd name="T50" fmla="*/ 2402 w 3321"/>
              <a:gd name="T51" fmla="*/ 2753 h 3312"/>
              <a:gd name="T52" fmla="*/ 2598 w 3321"/>
              <a:gd name="T53" fmla="*/ 2591 h 3312"/>
              <a:gd name="T54" fmla="*/ 2760 w 3321"/>
              <a:gd name="T55" fmla="*/ 2396 h 3312"/>
              <a:gd name="T56" fmla="*/ 2883 w 3321"/>
              <a:gd name="T57" fmla="*/ 2170 h 3312"/>
              <a:gd name="T58" fmla="*/ 2962 w 3321"/>
              <a:gd name="T59" fmla="*/ 1922 h 3312"/>
              <a:gd name="T60" fmla="*/ 2989 w 3321"/>
              <a:gd name="T61" fmla="*/ 1656 h 3312"/>
              <a:gd name="T62" fmla="*/ 3309 w 3321"/>
              <a:gd name="T63" fmla="*/ 1856 h 3312"/>
              <a:gd name="T64" fmla="*/ 3248 w 3321"/>
              <a:gd name="T65" fmla="*/ 2141 h 3312"/>
              <a:gd name="T66" fmla="*/ 3139 w 3321"/>
              <a:gd name="T67" fmla="*/ 2407 h 3312"/>
              <a:gd name="T68" fmla="*/ 2988 w 3321"/>
              <a:gd name="T69" fmla="*/ 2648 h 3312"/>
              <a:gd name="T70" fmla="*/ 2799 w 3321"/>
              <a:gd name="T71" fmla="*/ 2858 h 3312"/>
              <a:gd name="T72" fmla="*/ 2577 w 3321"/>
              <a:gd name="T73" fmla="*/ 3035 h 3312"/>
              <a:gd name="T74" fmla="*/ 2327 w 3321"/>
              <a:gd name="T75" fmla="*/ 3171 h 3312"/>
              <a:gd name="T76" fmla="*/ 2053 w 3321"/>
              <a:gd name="T77" fmla="*/ 3265 h 3312"/>
              <a:gd name="T78" fmla="*/ 1761 w 3321"/>
              <a:gd name="T79" fmla="*/ 3309 h 3312"/>
              <a:gd name="T80" fmla="*/ 1460 w 3321"/>
              <a:gd name="T81" fmla="*/ 3300 h 3312"/>
              <a:gd name="T82" fmla="*/ 1174 w 3321"/>
              <a:gd name="T83" fmla="*/ 3239 h 3312"/>
              <a:gd name="T84" fmla="*/ 908 w 3321"/>
              <a:gd name="T85" fmla="*/ 3130 h 3312"/>
              <a:gd name="T86" fmla="*/ 666 w 3321"/>
              <a:gd name="T87" fmla="*/ 2980 h 3312"/>
              <a:gd name="T88" fmla="*/ 455 w 3321"/>
              <a:gd name="T89" fmla="*/ 2791 h 3312"/>
              <a:gd name="T90" fmla="*/ 278 w 3321"/>
              <a:gd name="T91" fmla="*/ 2570 h 3312"/>
              <a:gd name="T92" fmla="*/ 141 w 3321"/>
              <a:gd name="T93" fmla="*/ 2320 h 3312"/>
              <a:gd name="T94" fmla="*/ 47 w 3321"/>
              <a:gd name="T95" fmla="*/ 2047 h 3312"/>
              <a:gd name="T96" fmla="*/ 3 w 3321"/>
              <a:gd name="T97" fmla="*/ 1756 h 3312"/>
              <a:gd name="T98" fmla="*/ 12 w 3321"/>
              <a:gd name="T99" fmla="*/ 1456 h 3312"/>
              <a:gd name="T100" fmla="*/ 73 w 3321"/>
              <a:gd name="T101" fmla="*/ 1171 h 3312"/>
              <a:gd name="T102" fmla="*/ 182 w 3321"/>
              <a:gd name="T103" fmla="*/ 905 h 3312"/>
              <a:gd name="T104" fmla="*/ 333 w 3321"/>
              <a:gd name="T105" fmla="*/ 664 h 3312"/>
              <a:gd name="T106" fmla="*/ 522 w 3321"/>
              <a:gd name="T107" fmla="*/ 454 h 3312"/>
              <a:gd name="T108" fmla="*/ 744 w 3321"/>
              <a:gd name="T109" fmla="*/ 277 h 3312"/>
              <a:gd name="T110" fmla="*/ 994 w 3321"/>
              <a:gd name="T111" fmla="*/ 141 h 3312"/>
              <a:gd name="T112" fmla="*/ 1268 w 3321"/>
              <a:gd name="T113" fmla="*/ 47 h 3312"/>
              <a:gd name="T114" fmla="*/ 1560 w 3321"/>
              <a:gd name="T115" fmla="*/ 3 h 3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21" h="3312">
                <a:moveTo>
                  <a:pt x="2922" y="431"/>
                </a:moveTo>
                <a:lnTo>
                  <a:pt x="3155" y="662"/>
                </a:lnTo>
                <a:lnTo>
                  <a:pt x="1494" y="2318"/>
                </a:lnTo>
                <a:lnTo>
                  <a:pt x="748" y="1574"/>
                </a:lnTo>
                <a:lnTo>
                  <a:pt x="979" y="1341"/>
                </a:lnTo>
                <a:lnTo>
                  <a:pt x="1494" y="1855"/>
                </a:lnTo>
                <a:lnTo>
                  <a:pt x="2922" y="431"/>
                </a:lnTo>
                <a:close/>
                <a:moveTo>
                  <a:pt x="1661" y="0"/>
                </a:moveTo>
                <a:lnTo>
                  <a:pt x="1753" y="3"/>
                </a:lnTo>
                <a:lnTo>
                  <a:pt x="1845" y="11"/>
                </a:lnTo>
                <a:lnTo>
                  <a:pt x="1936" y="25"/>
                </a:lnTo>
                <a:lnTo>
                  <a:pt x="2027" y="42"/>
                </a:lnTo>
                <a:lnTo>
                  <a:pt x="2116" y="63"/>
                </a:lnTo>
                <a:lnTo>
                  <a:pt x="2205" y="88"/>
                </a:lnTo>
                <a:lnTo>
                  <a:pt x="2291" y="115"/>
                </a:lnTo>
                <a:lnTo>
                  <a:pt x="2026" y="380"/>
                </a:lnTo>
                <a:lnTo>
                  <a:pt x="1956" y="363"/>
                </a:lnTo>
                <a:lnTo>
                  <a:pt x="1885" y="349"/>
                </a:lnTo>
                <a:lnTo>
                  <a:pt x="1813" y="339"/>
                </a:lnTo>
                <a:lnTo>
                  <a:pt x="1738" y="333"/>
                </a:lnTo>
                <a:lnTo>
                  <a:pt x="1661" y="331"/>
                </a:lnTo>
                <a:lnTo>
                  <a:pt x="1570" y="334"/>
                </a:lnTo>
                <a:lnTo>
                  <a:pt x="1481" y="344"/>
                </a:lnTo>
                <a:lnTo>
                  <a:pt x="1394" y="358"/>
                </a:lnTo>
                <a:lnTo>
                  <a:pt x="1308" y="379"/>
                </a:lnTo>
                <a:lnTo>
                  <a:pt x="1226" y="405"/>
                </a:lnTo>
                <a:lnTo>
                  <a:pt x="1145" y="437"/>
                </a:lnTo>
                <a:lnTo>
                  <a:pt x="1067" y="472"/>
                </a:lnTo>
                <a:lnTo>
                  <a:pt x="991" y="513"/>
                </a:lnTo>
                <a:lnTo>
                  <a:pt x="919" y="559"/>
                </a:lnTo>
                <a:lnTo>
                  <a:pt x="850" y="608"/>
                </a:lnTo>
                <a:lnTo>
                  <a:pt x="785" y="662"/>
                </a:lnTo>
                <a:lnTo>
                  <a:pt x="723" y="721"/>
                </a:lnTo>
                <a:lnTo>
                  <a:pt x="664" y="783"/>
                </a:lnTo>
                <a:lnTo>
                  <a:pt x="610" y="848"/>
                </a:lnTo>
                <a:lnTo>
                  <a:pt x="561" y="916"/>
                </a:lnTo>
                <a:lnTo>
                  <a:pt x="514" y="989"/>
                </a:lnTo>
                <a:lnTo>
                  <a:pt x="473" y="1064"/>
                </a:lnTo>
                <a:lnTo>
                  <a:pt x="438" y="1142"/>
                </a:lnTo>
                <a:lnTo>
                  <a:pt x="407" y="1222"/>
                </a:lnTo>
                <a:lnTo>
                  <a:pt x="380" y="1305"/>
                </a:lnTo>
                <a:lnTo>
                  <a:pt x="359" y="1390"/>
                </a:lnTo>
                <a:lnTo>
                  <a:pt x="345" y="1477"/>
                </a:lnTo>
                <a:lnTo>
                  <a:pt x="335" y="1566"/>
                </a:lnTo>
                <a:lnTo>
                  <a:pt x="332" y="1656"/>
                </a:lnTo>
                <a:lnTo>
                  <a:pt x="335" y="1746"/>
                </a:lnTo>
                <a:lnTo>
                  <a:pt x="345" y="1835"/>
                </a:lnTo>
                <a:lnTo>
                  <a:pt x="359" y="1922"/>
                </a:lnTo>
                <a:lnTo>
                  <a:pt x="380" y="2007"/>
                </a:lnTo>
                <a:lnTo>
                  <a:pt x="407" y="2090"/>
                </a:lnTo>
                <a:lnTo>
                  <a:pt x="438" y="2170"/>
                </a:lnTo>
                <a:lnTo>
                  <a:pt x="473" y="2248"/>
                </a:lnTo>
                <a:lnTo>
                  <a:pt x="514" y="2323"/>
                </a:lnTo>
                <a:lnTo>
                  <a:pt x="561" y="2396"/>
                </a:lnTo>
                <a:lnTo>
                  <a:pt x="610" y="2464"/>
                </a:lnTo>
                <a:lnTo>
                  <a:pt x="664" y="2529"/>
                </a:lnTo>
                <a:lnTo>
                  <a:pt x="723" y="2591"/>
                </a:lnTo>
                <a:lnTo>
                  <a:pt x="785" y="2650"/>
                </a:lnTo>
                <a:lnTo>
                  <a:pt x="850" y="2704"/>
                </a:lnTo>
                <a:lnTo>
                  <a:pt x="919" y="2753"/>
                </a:lnTo>
                <a:lnTo>
                  <a:pt x="991" y="2799"/>
                </a:lnTo>
                <a:lnTo>
                  <a:pt x="1067" y="2840"/>
                </a:lnTo>
                <a:lnTo>
                  <a:pt x="1145" y="2875"/>
                </a:lnTo>
                <a:lnTo>
                  <a:pt x="1226" y="2907"/>
                </a:lnTo>
                <a:lnTo>
                  <a:pt x="1308" y="2933"/>
                </a:lnTo>
                <a:lnTo>
                  <a:pt x="1394" y="2954"/>
                </a:lnTo>
                <a:lnTo>
                  <a:pt x="1481" y="2968"/>
                </a:lnTo>
                <a:lnTo>
                  <a:pt x="1570" y="2978"/>
                </a:lnTo>
                <a:lnTo>
                  <a:pt x="1661" y="2981"/>
                </a:lnTo>
                <a:lnTo>
                  <a:pt x="1751" y="2978"/>
                </a:lnTo>
                <a:lnTo>
                  <a:pt x="1840" y="2968"/>
                </a:lnTo>
                <a:lnTo>
                  <a:pt x="1927" y="2954"/>
                </a:lnTo>
                <a:lnTo>
                  <a:pt x="2013" y="2933"/>
                </a:lnTo>
                <a:lnTo>
                  <a:pt x="2095" y="2907"/>
                </a:lnTo>
                <a:lnTo>
                  <a:pt x="2176" y="2875"/>
                </a:lnTo>
                <a:lnTo>
                  <a:pt x="2254" y="2840"/>
                </a:lnTo>
                <a:lnTo>
                  <a:pt x="2330" y="2799"/>
                </a:lnTo>
                <a:lnTo>
                  <a:pt x="2402" y="2753"/>
                </a:lnTo>
                <a:lnTo>
                  <a:pt x="2471" y="2704"/>
                </a:lnTo>
                <a:lnTo>
                  <a:pt x="2536" y="2650"/>
                </a:lnTo>
                <a:lnTo>
                  <a:pt x="2598" y="2591"/>
                </a:lnTo>
                <a:lnTo>
                  <a:pt x="2657" y="2529"/>
                </a:lnTo>
                <a:lnTo>
                  <a:pt x="2711" y="2464"/>
                </a:lnTo>
                <a:lnTo>
                  <a:pt x="2760" y="2396"/>
                </a:lnTo>
                <a:lnTo>
                  <a:pt x="2807" y="2323"/>
                </a:lnTo>
                <a:lnTo>
                  <a:pt x="2848" y="2248"/>
                </a:lnTo>
                <a:lnTo>
                  <a:pt x="2883" y="2170"/>
                </a:lnTo>
                <a:lnTo>
                  <a:pt x="2914" y="2090"/>
                </a:lnTo>
                <a:lnTo>
                  <a:pt x="2941" y="2007"/>
                </a:lnTo>
                <a:lnTo>
                  <a:pt x="2962" y="1922"/>
                </a:lnTo>
                <a:lnTo>
                  <a:pt x="2976" y="1835"/>
                </a:lnTo>
                <a:lnTo>
                  <a:pt x="2986" y="1746"/>
                </a:lnTo>
                <a:lnTo>
                  <a:pt x="2989" y="1656"/>
                </a:lnTo>
                <a:lnTo>
                  <a:pt x="3321" y="1656"/>
                </a:lnTo>
                <a:lnTo>
                  <a:pt x="3318" y="1756"/>
                </a:lnTo>
                <a:lnTo>
                  <a:pt x="3309" y="1856"/>
                </a:lnTo>
                <a:lnTo>
                  <a:pt x="3294" y="1952"/>
                </a:lnTo>
                <a:lnTo>
                  <a:pt x="3274" y="2047"/>
                </a:lnTo>
                <a:lnTo>
                  <a:pt x="3248" y="2141"/>
                </a:lnTo>
                <a:lnTo>
                  <a:pt x="3216" y="2232"/>
                </a:lnTo>
                <a:lnTo>
                  <a:pt x="3180" y="2320"/>
                </a:lnTo>
                <a:lnTo>
                  <a:pt x="3139" y="2407"/>
                </a:lnTo>
                <a:lnTo>
                  <a:pt x="3094" y="2490"/>
                </a:lnTo>
                <a:lnTo>
                  <a:pt x="3043" y="2570"/>
                </a:lnTo>
                <a:lnTo>
                  <a:pt x="2988" y="2648"/>
                </a:lnTo>
                <a:lnTo>
                  <a:pt x="2930" y="2721"/>
                </a:lnTo>
                <a:lnTo>
                  <a:pt x="2866" y="2791"/>
                </a:lnTo>
                <a:lnTo>
                  <a:pt x="2799" y="2858"/>
                </a:lnTo>
                <a:lnTo>
                  <a:pt x="2728" y="2922"/>
                </a:lnTo>
                <a:lnTo>
                  <a:pt x="2655" y="2980"/>
                </a:lnTo>
                <a:lnTo>
                  <a:pt x="2577" y="3035"/>
                </a:lnTo>
                <a:lnTo>
                  <a:pt x="2497" y="3085"/>
                </a:lnTo>
                <a:lnTo>
                  <a:pt x="2413" y="3130"/>
                </a:lnTo>
                <a:lnTo>
                  <a:pt x="2327" y="3171"/>
                </a:lnTo>
                <a:lnTo>
                  <a:pt x="2238" y="3208"/>
                </a:lnTo>
                <a:lnTo>
                  <a:pt x="2147" y="3239"/>
                </a:lnTo>
                <a:lnTo>
                  <a:pt x="2053" y="3265"/>
                </a:lnTo>
                <a:lnTo>
                  <a:pt x="1957" y="3285"/>
                </a:lnTo>
                <a:lnTo>
                  <a:pt x="1861" y="3300"/>
                </a:lnTo>
                <a:lnTo>
                  <a:pt x="1761" y="3309"/>
                </a:lnTo>
                <a:lnTo>
                  <a:pt x="1661" y="3312"/>
                </a:lnTo>
                <a:lnTo>
                  <a:pt x="1560" y="3309"/>
                </a:lnTo>
                <a:lnTo>
                  <a:pt x="1460" y="3300"/>
                </a:lnTo>
                <a:lnTo>
                  <a:pt x="1364" y="3285"/>
                </a:lnTo>
                <a:lnTo>
                  <a:pt x="1268" y="3265"/>
                </a:lnTo>
                <a:lnTo>
                  <a:pt x="1174" y="3239"/>
                </a:lnTo>
                <a:lnTo>
                  <a:pt x="1083" y="3208"/>
                </a:lnTo>
                <a:lnTo>
                  <a:pt x="994" y="3171"/>
                </a:lnTo>
                <a:lnTo>
                  <a:pt x="908" y="3130"/>
                </a:lnTo>
                <a:lnTo>
                  <a:pt x="824" y="3085"/>
                </a:lnTo>
                <a:lnTo>
                  <a:pt x="744" y="3035"/>
                </a:lnTo>
                <a:lnTo>
                  <a:pt x="666" y="2980"/>
                </a:lnTo>
                <a:lnTo>
                  <a:pt x="593" y="2922"/>
                </a:lnTo>
                <a:lnTo>
                  <a:pt x="522" y="2858"/>
                </a:lnTo>
                <a:lnTo>
                  <a:pt x="455" y="2791"/>
                </a:lnTo>
                <a:lnTo>
                  <a:pt x="391" y="2721"/>
                </a:lnTo>
                <a:lnTo>
                  <a:pt x="333" y="2648"/>
                </a:lnTo>
                <a:lnTo>
                  <a:pt x="278" y="2570"/>
                </a:lnTo>
                <a:lnTo>
                  <a:pt x="227" y="2490"/>
                </a:lnTo>
                <a:lnTo>
                  <a:pt x="182" y="2407"/>
                </a:lnTo>
                <a:lnTo>
                  <a:pt x="141" y="2320"/>
                </a:lnTo>
                <a:lnTo>
                  <a:pt x="105" y="2232"/>
                </a:lnTo>
                <a:lnTo>
                  <a:pt x="73" y="2141"/>
                </a:lnTo>
                <a:lnTo>
                  <a:pt x="47" y="2047"/>
                </a:lnTo>
                <a:lnTo>
                  <a:pt x="27" y="1952"/>
                </a:lnTo>
                <a:lnTo>
                  <a:pt x="12" y="1856"/>
                </a:lnTo>
                <a:lnTo>
                  <a:pt x="3" y="1756"/>
                </a:lnTo>
                <a:lnTo>
                  <a:pt x="0" y="1656"/>
                </a:lnTo>
                <a:lnTo>
                  <a:pt x="3" y="1556"/>
                </a:lnTo>
                <a:lnTo>
                  <a:pt x="12" y="1456"/>
                </a:lnTo>
                <a:lnTo>
                  <a:pt x="27" y="1360"/>
                </a:lnTo>
                <a:lnTo>
                  <a:pt x="47" y="1265"/>
                </a:lnTo>
                <a:lnTo>
                  <a:pt x="73" y="1171"/>
                </a:lnTo>
                <a:lnTo>
                  <a:pt x="105" y="1080"/>
                </a:lnTo>
                <a:lnTo>
                  <a:pt x="141" y="992"/>
                </a:lnTo>
                <a:lnTo>
                  <a:pt x="182" y="905"/>
                </a:lnTo>
                <a:lnTo>
                  <a:pt x="227" y="822"/>
                </a:lnTo>
                <a:lnTo>
                  <a:pt x="278" y="742"/>
                </a:lnTo>
                <a:lnTo>
                  <a:pt x="333" y="664"/>
                </a:lnTo>
                <a:lnTo>
                  <a:pt x="391" y="591"/>
                </a:lnTo>
                <a:lnTo>
                  <a:pt x="455" y="521"/>
                </a:lnTo>
                <a:lnTo>
                  <a:pt x="522" y="454"/>
                </a:lnTo>
                <a:lnTo>
                  <a:pt x="593" y="390"/>
                </a:lnTo>
                <a:lnTo>
                  <a:pt x="666" y="332"/>
                </a:lnTo>
                <a:lnTo>
                  <a:pt x="744" y="277"/>
                </a:lnTo>
                <a:lnTo>
                  <a:pt x="824" y="227"/>
                </a:lnTo>
                <a:lnTo>
                  <a:pt x="908" y="182"/>
                </a:lnTo>
                <a:lnTo>
                  <a:pt x="994" y="141"/>
                </a:lnTo>
                <a:lnTo>
                  <a:pt x="1083" y="104"/>
                </a:lnTo>
                <a:lnTo>
                  <a:pt x="1174" y="73"/>
                </a:lnTo>
                <a:lnTo>
                  <a:pt x="1268" y="47"/>
                </a:lnTo>
                <a:lnTo>
                  <a:pt x="1364" y="27"/>
                </a:lnTo>
                <a:lnTo>
                  <a:pt x="1460" y="12"/>
                </a:lnTo>
                <a:lnTo>
                  <a:pt x="1560" y="3"/>
                </a:lnTo>
                <a:lnTo>
                  <a:pt x="1661" y="0"/>
                </a:lnTo>
                <a:close/>
              </a:path>
            </a:pathLst>
          </a:custGeom>
          <a:solidFill>
            <a:srgbClr val="93C9E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>
              <a:solidFill>
                <a:prstClr val="black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r="6777" b="16332"/>
          <a:stretch/>
        </p:blipFill>
        <p:spPr>
          <a:xfrm>
            <a:off x="222420" y="1597981"/>
            <a:ext cx="6698671" cy="419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48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C9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DA899EA-5290-4466-9CDB-D71C1B2EDCFA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endParaRPr lang="ko-KR" altLang="en-US" sz="7200" kern="0" dirty="0">
              <a:solidFill>
                <a:prstClr val="white"/>
              </a:solidFill>
            </a:endParaRPr>
          </a:p>
        </p:txBody>
      </p:sp>
      <p:sp>
        <p:nvSpPr>
          <p:cNvPr id="7" name="모서리가 둥근 직사각형 5">
            <a:extLst>
              <a:ext uri="{FF2B5EF4-FFF2-40B4-BE49-F238E27FC236}">
                <a16:creationId xmlns:a16="http://schemas.microsoft.com/office/drawing/2014/main" id="{978B0B98-AD96-4F4D-A1D3-E344E7E3ADFB}"/>
              </a:ext>
            </a:extLst>
          </p:cNvPr>
          <p:cNvSpPr/>
          <p:nvPr/>
        </p:nvSpPr>
        <p:spPr>
          <a:xfrm>
            <a:off x="222421" y="252037"/>
            <a:ext cx="11747157" cy="635392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dist="127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3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글로벌기업이 많은 국가 시각화</a:t>
            </a:r>
            <a:endParaRPr lang="en-US" altLang="ko-KR" sz="3400" b="1" kern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Freeform 6"/>
          <p:cNvSpPr>
            <a:spLocks noEditPoints="1"/>
          </p:cNvSpPr>
          <p:nvPr/>
        </p:nvSpPr>
        <p:spPr bwMode="auto">
          <a:xfrm>
            <a:off x="8620374" y="2407351"/>
            <a:ext cx="368075" cy="367078"/>
          </a:xfrm>
          <a:custGeom>
            <a:avLst/>
            <a:gdLst>
              <a:gd name="T0" fmla="*/ 1494 w 3321"/>
              <a:gd name="T1" fmla="*/ 2318 h 3312"/>
              <a:gd name="T2" fmla="*/ 1494 w 3321"/>
              <a:gd name="T3" fmla="*/ 1855 h 3312"/>
              <a:gd name="T4" fmla="*/ 1753 w 3321"/>
              <a:gd name="T5" fmla="*/ 3 h 3312"/>
              <a:gd name="T6" fmla="*/ 2027 w 3321"/>
              <a:gd name="T7" fmla="*/ 42 h 3312"/>
              <a:gd name="T8" fmla="*/ 2291 w 3321"/>
              <a:gd name="T9" fmla="*/ 115 h 3312"/>
              <a:gd name="T10" fmla="*/ 1885 w 3321"/>
              <a:gd name="T11" fmla="*/ 349 h 3312"/>
              <a:gd name="T12" fmla="*/ 1661 w 3321"/>
              <a:gd name="T13" fmla="*/ 331 h 3312"/>
              <a:gd name="T14" fmla="*/ 1394 w 3321"/>
              <a:gd name="T15" fmla="*/ 358 h 3312"/>
              <a:gd name="T16" fmla="*/ 1145 w 3321"/>
              <a:gd name="T17" fmla="*/ 437 h 3312"/>
              <a:gd name="T18" fmla="*/ 919 w 3321"/>
              <a:gd name="T19" fmla="*/ 559 h 3312"/>
              <a:gd name="T20" fmla="*/ 723 w 3321"/>
              <a:gd name="T21" fmla="*/ 721 h 3312"/>
              <a:gd name="T22" fmla="*/ 561 w 3321"/>
              <a:gd name="T23" fmla="*/ 916 h 3312"/>
              <a:gd name="T24" fmla="*/ 438 w 3321"/>
              <a:gd name="T25" fmla="*/ 1142 h 3312"/>
              <a:gd name="T26" fmla="*/ 359 w 3321"/>
              <a:gd name="T27" fmla="*/ 1390 h 3312"/>
              <a:gd name="T28" fmla="*/ 332 w 3321"/>
              <a:gd name="T29" fmla="*/ 1656 h 3312"/>
              <a:gd name="T30" fmla="*/ 359 w 3321"/>
              <a:gd name="T31" fmla="*/ 1922 h 3312"/>
              <a:gd name="T32" fmla="*/ 438 w 3321"/>
              <a:gd name="T33" fmla="*/ 2170 h 3312"/>
              <a:gd name="T34" fmla="*/ 561 w 3321"/>
              <a:gd name="T35" fmla="*/ 2396 h 3312"/>
              <a:gd name="T36" fmla="*/ 723 w 3321"/>
              <a:gd name="T37" fmla="*/ 2591 h 3312"/>
              <a:gd name="T38" fmla="*/ 919 w 3321"/>
              <a:gd name="T39" fmla="*/ 2753 h 3312"/>
              <a:gd name="T40" fmla="*/ 1145 w 3321"/>
              <a:gd name="T41" fmla="*/ 2875 h 3312"/>
              <a:gd name="T42" fmla="*/ 1394 w 3321"/>
              <a:gd name="T43" fmla="*/ 2954 h 3312"/>
              <a:gd name="T44" fmla="*/ 1661 w 3321"/>
              <a:gd name="T45" fmla="*/ 2981 h 3312"/>
              <a:gd name="T46" fmla="*/ 1927 w 3321"/>
              <a:gd name="T47" fmla="*/ 2954 h 3312"/>
              <a:gd name="T48" fmla="*/ 2176 w 3321"/>
              <a:gd name="T49" fmla="*/ 2875 h 3312"/>
              <a:gd name="T50" fmla="*/ 2402 w 3321"/>
              <a:gd name="T51" fmla="*/ 2753 h 3312"/>
              <a:gd name="T52" fmla="*/ 2598 w 3321"/>
              <a:gd name="T53" fmla="*/ 2591 h 3312"/>
              <a:gd name="T54" fmla="*/ 2760 w 3321"/>
              <a:gd name="T55" fmla="*/ 2396 h 3312"/>
              <a:gd name="T56" fmla="*/ 2883 w 3321"/>
              <a:gd name="T57" fmla="*/ 2170 h 3312"/>
              <a:gd name="T58" fmla="*/ 2962 w 3321"/>
              <a:gd name="T59" fmla="*/ 1922 h 3312"/>
              <a:gd name="T60" fmla="*/ 2989 w 3321"/>
              <a:gd name="T61" fmla="*/ 1656 h 3312"/>
              <a:gd name="T62" fmla="*/ 3309 w 3321"/>
              <a:gd name="T63" fmla="*/ 1856 h 3312"/>
              <a:gd name="T64" fmla="*/ 3248 w 3321"/>
              <a:gd name="T65" fmla="*/ 2141 h 3312"/>
              <a:gd name="T66" fmla="*/ 3139 w 3321"/>
              <a:gd name="T67" fmla="*/ 2407 h 3312"/>
              <a:gd name="T68" fmla="*/ 2988 w 3321"/>
              <a:gd name="T69" fmla="*/ 2648 h 3312"/>
              <a:gd name="T70" fmla="*/ 2799 w 3321"/>
              <a:gd name="T71" fmla="*/ 2858 h 3312"/>
              <a:gd name="T72" fmla="*/ 2577 w 3321"/>
              <a:gd name="T73" fmla="*/ 3035 h 3312"/>
              <a:gd name="T74" fmla="*/ 2327 w 3321"/>
              <a:gd name="T75" fmla="*/ 3171 h 3312"/>
              <a:gd name="T76" fmla="*/ 2053 w 3321"/>
              <a:gd name="T77" fmla="*/ 3265 h 3312"/>
              <a:gd name="T78" fmla="*/ 1761 w 3321"/>
              <a:gd name="T79" fmla="*/ 3309 h 3312"/>
              <a:gd name="T80" fmla="*/ 1460 w 3321"/>
              <a:gd name="T81" fmla="*/ 3300 h 3312"/>
              <a:gd name="T82" fmla="*/ 1174 w 3321"/>
              <a:gd name="T83" fmla="*/ 3239 h 3312"/>
              <a:gd name="T84" fmla="*/ 908 w 3321"/>
              <a:gd name="T85" fmla="*/ 3130 h 3312"/>
              <a:gd name="T86" fmla="*/ 666 w 3321"/>
              <a:gd name="T87" fmla="*/ 2980 h 3312"/>
              <a:gd name="T88" fmla="*/ 455 w 3321"/>
              <a:gd name="T89" fmla="*/ 2791 h 3312"/>
              <a:gd name="T90" fmla="*/ 278 w 3321"/>
              <a:gd name="T91" fmla="*/ 2570 h 3312"/>
              <a:gd name="T92" fmla="*/ 141 w 3321"/>
              <a:gd name="T93" fmla="*/ 2320 h 3312"/>
              <a:gd name="T94" fmla="*/ 47 w 3321"/>
              <a:gd name="T95" fmla="*/ 2047 h 3312"/>
              <a:gd name="T96" fmla="*/ 3 w 3321"/>
              <a:gd name="T97" fmla="*/ 1756 h 3312"/>
              <a:gd name="T98" fmla="*/ 12 w 3321"/>
              <a:gd name="T99" fmla="*/ 1456 h 3312"/>
              <a:gd name="T100" fmla="*/ 73 w 3321"/>
              <a:gd name="T101" fmla="*/ 1171 h 3312"/>
              <a:gd name="T102" fmla="*/ 182 w 3321"/>
              <a:gd name="T103" fmla="*/ 905 h 3312"/>
              <a:gd name="T104" fmla="*/ 333 w 3321"/>
              <a:gd name="T105" fmla="*/ 664 h 3312"/>
              <a:gd name="T106" fmla="*/ 522 w 3321"/>
              <a:gd name="T107" fmla="*/ 454 h 3312"/>
              <a:gd name="T108" fmla="*/ 744 w 3321"/>
              <a:gd name="T109" fmla="*/ 277 h 3312"/>
              <a:gd name="T110" fmla="*/ 994 w 3321"/>
              <a:gd name="T111" fmla="*/ 141 h 3312"/>
              <a:gd name="T112" fmla="*/ 1268 w 3321"/>
              <a:gd name="T113" fmla="*/ 47 h 3312"/>
              <a:gd name="T114" fmla="*/ 1560 w 3321"/>
              <a:gd name="T115" fmla="*/ 3 h 3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21" h="3312">
                <a:moveTo>
                  <a:pt x="2922" y="431"/>
                </a:moveTo>
                <a:lnTo>
                  <a:pt x="3155" y="662"/>
                </a:lnTo>
                <a:lnTo>
                  <a:pt x="1494" y="2318"/>
                </a:lnTo>
                <a:lnTo>
                  <a:pt x="748" y="1574"/>
                </a:lnTo>
                <a:lnTo>
                  <a:pt x="979" y="1341"/>
                </a:lnTo>
                <a:lnTo>
                  <a:pt x="1494" y="1855"/>
                </a:lnTo>
                <a:lnTo>
                  <a:pt x="2922" y="431"/>
                </a:lnTo>
                <a:close/>
                <a:moveTo>
                  <a:pt x="1661" y="0"/>
                </a:moveTo>
                <a:lnTo>
                  <a:pt x="1753" y="3"/>
                </a:lnTo>
                <a:lnTo>
                  <a:pt x="1845" y="11"/>
                </a:lnTo>
                <a:lnTo>
                  <a:pt x="1936" y="25"/>
                </a:lnTo>
                <a:lnTo>
                  <a:pt x="2027" y="42"/>
                </a:lnTo>
                <a:lnTo>
                  <a:pt x="2116" y="63"/>
                </a:lnTo>
                <a:lnTo>
                  <a:pt x="2205" y="88"/>
                </a:lnTo>
                <a:lnTo>
                  <a:pt x="2291" y="115"/>
                </a:lnTo>
                <a:lnTo>
                  <a:pt x="2026" y="380"/>
                </a:lnTo>
                <a:lnTo>
                  <a:pt x="1956" y="363"/>
                </a:lnTo>
                <a:lnTo>
                  <a:pt x="1885" y="349"/>
                </a:lnTo>
                <a:lnTo>
                  <a:pt x="1813" y="339"/>
                </a:lnTo>
                <a:lnTo>
                  <a:pt x="1738" y="333"/>
                </a:lnTo>
                <a:lnTo>
                  <a:pt x="1661" y="331"/>
                </a:lnTo>
                <a:lnTo>
                  <a:pt x="1570" y="334"/>
                </a:lnTo>
                <a:lnTo>
                  <a:pt x="1481" y="344"/>
                </a:lnTo>
                <a:lnTo>
                  <a:pt x="1394" y="358"/>
                </a:lnTo>
                <a:lnTo>
                  <a:pt x="1308" y="379"/>
                </a:lnTo>
                <a:lnTo>
                  <a:pt x="1226" y="405"/>
                </a:lnTo>
                <a:lnTo>
                  <a:pt x="1145" y="437"/>
                </a:lnTo>
                <a:lnTo>
                  <a:pt x="1067" y="472"/>
                </a:lnTo>
                <a:lnTo>
                  <a:pt x="991" y="513"/>
                </a:lnTo>
                <a:lnTo>
                  <a:pt x="919" y="559"/>
                </a:lnTo>
                <a:lnTo>
                  <a:pt x="850" y="608"/>
                </a:lnTo>
                <a:lnTo>
                  <a:pt x="785" y="662"/>
                </a:lnTo>
                <a:lnTo>
                  <a:pt x="723" y="721"/>
                </a:lnTo>
                <a:lnTo>
                  <a:pt x="664" y="783"/>
                </a:lnTo>
                <a:lnTo>
                  <a:pt x="610" y="848"/>
                </a:lnTo>
                <a:lnTo>
                  <a:pt x="561" y="916"/>
                </a:lnTo>
                <a:lnTo>
                  <a:pt x="514" y="989"/>
                </a:lnTo>
                <a:lnTo>
                  <a:pt x="473" y="1064"/>
                </a:lnTo>
                <a:lnTo>
                  <a:pt x="438" y="1142"/>
                </a:lnTo>
                <a:lnTo>
                  <a:pt x="407" y="1222"/>
                </a:lnTo>
                <a:lnTo>
                  <a:pt x="380" y="1305"/>
                </a:lnTo>
                <a:lnTo>
                  <a:pt x="359" y="1390"/>
                </a:lnTo>
                <a:lnTo>
                  <a:pt x="345" y="1477"/>
                </a:lnTo>
                <a:lnTo>
                  <a:pt x="335" y="1566"/>
                </a:lnTo>
                <a:lnTo>
                  <a:pt x="332" y="1656"/>
                </a:lnTo>
                <a:lnTo>
                  <a:pt x="335" y="1746"/>
                </a:lnTo>
                <a:lnTo>
                  <a:pt x="345" y="1835"/>
                </a:lnTo>
                <a:lnTo>
                  <a:pt x="359" y="1922"/>
                </a:lnTo>
                <a:lnTo>
                  <a:pt x="380" y="2007"/>
                </a:lnTo>
                <a:lnTo>
                  <a:pt x="407" y="2090"/>
                </a:lnTo>
                <a:lnTo>
                  <a:pt x="438" y="2170"/>
                </a:lnTo>
                <a:lnTo>
                  <a:pt x="473" y="2248"/>
                </a:lnTo>
                <a:lnTo>
                  <a:pt x="514" y="2323"/>
                </a:lnTo>
                <a:lnTo>
                  <a:pt x="561" y="2396"/>
                </a:lnTo>
                <a:lnTo>
                  <a:pt x="610" y="2464"/>
                </a:lnTo>
                <a:lnTo>
                  <a:pt x="664" y="2529"/>
                </a:lnTo>
                <a:lnTo>
                  <a:pt x="723" y="2591"/>
                </a:lnTo>
                <a:lnTo>
                  <a:pt x="785" y="2650"/>
                </a:lnTo>
                <a:lnTo>
                  <a:pt x="850" y="2704"/>
                </a:lnTo>
                <a:lnTo>
                  <a:pt x="919" y="2753"/>
                </a:lnTo>
                <a:lnTo>
                  <a:pt x="991" y="2799"/>
                </a:lnTo>
                <a:lnTo>
                  <a:pt x="1067" y="2840"/>
                </a:lnTo>
                <a:lnTo>
                  <a:pt x="1145" y="2875"/>
                </a:lnTo>
                <a:lnTo>
                  <a:pt x="1226" y="2907"/>
                </a:lnTo>
                <a:lnTo>
                  <a:pt x="1308" y="2933"/>
                </a:lnTo>
                <a:lnTo>
                  <a:pt x="1394" y="2954"/>
                </a:lnTo>
                <a:lnTo>
                  <a:pt x="1481" y="2968"/>
                </a:lnTo>
                <a:lnTo>
                  <a:pt x="1570" y="2978"/>
                </a:lnTo>
                <a:lnTo>
                  <a:pt x="1661" y="2981"/>
                </a:lnTo>
                <a:lnTo>
                  <a:pt x="1751" y="2978"/>
                </a:lnTo>
                <a:lnTo>
                  <a:pt x="1840" y="2968"/>
                </a:lnTo>
                <a:lnTo>
                  <a:pt x="1927" y="2954"/>
                </a:lnTo>
                <a:lnTo>
                  <a:pt x="2013" y="2933"/>
                </a:lnTo>
                <a:lnTo>
                  <a:pt x="2095" y="2907"/>
                </a:lnTo>
                <a:lnTo>
                  <a:pt x="2176" y="2875"/>
                </a:lnTo>
                <a:lnTo>
                  <a:pt x="2254" y="2840"/>
                </a:lnTo>
                <a:lnTo>
                  <a:pt x="2330" y="2799"/>
                </a:lnTo>
                <a:lnTo>
                  <a:pt x="2402" y="2753"/>
                </a:lnTo>
                <a:lnTo>
                  <a:pt x="2471" y="2704"/>
                </a:lnTo>
                <a:lnTo>
                  <a:pt x="2536" y="2650"/>
                </a:lnTo>
                <a:lnTo>
                  <a:pt x="2598" y="2591"/>
                </a:lnTo>
                <a:lnTo>
                  <a:pt x="2657" y="2529"/>
                </a:lnTo>
                <a:lnTo>
                  <a:pt x="2711" y="2464"/>
                </a:lnTo>
                <a:lnTo>
                  <a:pt x="2760" y="2396"/>
                </a:lnTo>
                <a:lnTo>
                  <a:pt x="2807" y="2323"/>
                </a:lnTo>
                <a:lnTo>
                  <a:pt x="2848" y="2248"/>
                </a:lnTo>
                <a:lnTo>
                  <a:pt x="2883" y="2170"/>
                </a:lnTo>
                <a:lnTo>
                  <a:pt x="2914" y="2090"/>
                </a:lnTo>
                <a:lnTo>
                  <a:pt x="2941" y="2007"/>
                </a:lnTo>
                <a:lnTo>
                  <a:pt x="2962" y="1922"/>
                </a:lnTo>
                <a:lnTo>
                  <a:pt x="2976" y="1835"/>
                </a:lnTo>
                <a:lnTo>
                  <a:pt x="2986" y="1746"/>
                </a:lnTo>
                <a:lnTo>
                  <a:pt x="2989" y="1656"/>
                </a:lnTo>
                <a:lnTo>
                  <a:pt x="3321" y="1656"/>
                </a:lnTo>
                <a:lnTo>
                  <a:pt x="3318" y="1756"/>
                </a:lnTo>
                <a:lnTo>
                  <a:pt x="3309" y="1856"/>
                </a:lnTo>
                <a:lnTo>
                  <a:pt x="3294" y="1952"/>
                </a:lnTo>
                <a:lnTo>
                  <a:pt x="3274" y="2047"/>
                </a:lnTo>
                <a:lnTo>
                  <a:pt x="3248" y="2141"/>
                </a:lnTo>
                <a:lnTo>
                  <a:pt x="3216" y="2232"/>
                </a:lnTo>
                <a:lnTo>
                  <a:pt x="3180" y="2320"/>
                </a:lnTo>
                <a:lnTo>
                  <a:pt x="3139" y="2407"/>
                </a:lnTo>
                <a:lnTo>
                  <a:pt x="3094" y="2490"/>
                </a:lnTo>
                <a:lnTo>
                  <a:pt x="3043" y="2570"/>
                </a:lnTo>
                <a:lnTo>
                  <a:pt x="2988" y="2648"/>
                </a:lnTo>
                <a:lnTo>
                  <a:pt x="2930" y="2721"/>
                </a:lnTo>
                <a:lnTo>
                  <a:pt x="2866" y="2791"/>
                </a:lnTo>
                <a:lnTo>
                  <a:pt x="2799" y="2858"/>
                </a:lnTo>
                <a:lnTo>
                  <a:pt x="2728" y="2922"/>
                </a:lnTo>
                <a:lnTo>
                  <a:pt x="2655" y="2980"/>
                </a:lnTo>
                <a:lnTo>
                  <a:pt x="2577" y="3035"/>
                </a:lnTo>
                <a:lnTo>
                  <a:pt x="2497" y="3085"/>
                </a:lnTo>
                <a:lnTo>
                  <a:pt x="2413" y="3130"/>
                </a:lnTo>
                <a:lnTo>
                  <a:pt x="2327" y="3171"/>
                </a:lnTo>
                <a:lnTo>
                  <a:pt x="2238" y="3208"/>
                </a:lnTo>
                <a:lnTo>
                  <a:pt x="2147" y="3239"/>
                </a:lnTo>
                <a:lnTo>
                  <a:pt x="2053" y="3265"/>
                </a:lnTo>
                <a:lnTo>
                  <a:pt x="1957" y="3285"/>
                </a:lnTo>
                <a:lnTo>
                  <a:pt x="1861" y="3300"/>
                </a:lnTo>
                <a:lnTo>
                  <a:pt x="1761" y="3309"/>
                </a:lnTo>
                <a:lnTo>
                  <a:pt x="1661" y="3312"/>
                </a:lnTo>
                <a:lnTo>
                  <a:pt x="1560" y="3309"/>
                </a:lnTo>
                <a:lnTo>
                  <a:pt x="1460" y="3300"/>
                </a:lnTo>
                <a:lnTo>
                  <a:pt x="1364" y="3285"/>
                </a:lnTo>
                <a:lnTo>
                  <a:pt x="1268" y="3265"/>
                </a:lnTo>
                <a:lnTo>
                  <a:pt x="1174" y="3239"/>
                </a:lnTo>
                <a:lnTo>
                  <a:pt x="1083" y="3208"/>
                </a:lnTo>
                <a:lnTo>
                  <a:pt x="994" y="3171"/>
                </a:lnTo>
                <a:lnTo>
                  <a:pt x="908" y="3130"/>
                </a:lnTo>
                <a:lnTo>
                  <a:pt x="824" y="3085"/>
                </a:lnTo>
                <a:lnTo>
                  <a:pt x="744" y="3035"/>
                </a:lnTo>
                <a:lnTo>
                  <a:pt x="666" y="2980"/>
                </a:lnTo>
                <a:lnTo>
                  <a:pt x="593" y="2922"/>
                </a:lnTo>
                <a:lnTo>
                  <a:pt x="522" y="2858"/>
                </a:lnTo>
                <a:lnTo>
                  <a:pt x="455" y="2791"/>
                </a:lnTo>
                <a:lnTo>
                  <a:pt x="391" y="2721"/>
                </a:lnTo>
                <a:lnTo>
                  <a:pt x="333" y="2648"/>
                </a:lnTo>
                <a:lnTo>
                  <a:pt x="278" y="2570"/>
                </a:lnTo>
                <a:lnTo>
                  <a:pt x="227" y="2490"/>
                </a:lnTo>
                <a:lnTo>
                  <a:pt x="182" y="2407"/>
                </a:lnTo>
                <a:lnTo>
                  <a:pt x="141" y="2320"/>
                </a:lnTo>
                <a:lnTo>
                  <a:pt x="105" y="2232"/>
                </a:lnTo>
                <a:lnTo>
                  <a:pt x="73" y="2141"/>
                </a:lnTo>
                <a:lnTo>
                  <a:pt x="47" y="2047"/>
                </a:lnTo>
                <a:lnTo>
                  <a:pt x="27" y="1952"/>
                </a:lnTo>
                <a:lnTo>
                  <a:pt x="12" y="1856"/>
                </a:lnTo>
                <a:lnTo>
                  <a:pt x="3" y="1756"/>
                </a:lnTo>
                <a:lnTo>
                  <a:pt x="0" y="1656"/>
                </a:lnTo>
                <a:lnTo>
                  <a:pt x="3" y="1556"/>
                </a:lnTo>
                <a:lnTo>
                  <a:pt x="12" y="1456"/>
                </a:lnTo>
                <a:lnTo>
                  <a:pt x="27" y="1360"/>
                </a:lnTo>
                <a:lnTo>
                  <a:pt x="47" y="1265"/>
                </a:lnTo>
                <a:lnTo>
                  <a:pt x="73" y="1171"/>
                </a:lnTo>
                <a:lnTo>
                  <a:pt x="105" y="1080"/>
                </a:lnTo>
                <a:lnTo>
                  <a:pt x="141" y="992"/>
                </a:lnTo>
                <a:lnTo>
                  <a:pt x="182" y="905"/>
                </a:lnTo>
                <a:lnTo>
                  <a:pt x="227" y="822"/>
                </a:lnTo>
                <a:lnTo>
                  <a:pt x="278" y="742"/>
                </a:lnTo>
                <a:lnTo>
                  <a:pt x="333" y="664"/>
                </a:lnTo>
                <a:lnTo>
                  <a:pt x="391" y="591"/>
                </a:lnTo>
                <a:lnTo>
                  <a:pt x="455" y="521"/>
                </a:lnTo>
                <a:lnTo>
                  <a:pt x="522" y="454"/>
                </a:lnTo>
                <a:lnTo>
                  <a:pt x="593" y="390"/>
                </a:lnTo>
                <a:lnTo>
                  <a:pt x="666" y="332"/>
                </a:lnTo>
                <a:lnTo>
                  <a:pt x="744" y="277"/>
                </a:lnTo>
                <a:lnTo>
                  <a:pt x="824" y="227"/>
                </a:lnTo>
                <a:lnTo>
                  <a:pt x="908" y="182"/>
                </a:lnTo>
                <a:lnTo>
                  <a:pt x="994" y="141"/>
                </a:lnTo>
                <a:lnTo>
                  <a:pt x="1083" y="104"/>
                </a:lnTo>
                <a:lnTo>
                  <a:pt x="1174" y="73"/>
                </a:lnTo>
                <a:lnTo>
                  <a:pt x="1268" y="47"/>
                </a:lnTo>
                <a:lnTo>
                  <a:pt x="1364" y="27"/>
                </a:lnTo>
                <a:lnTo>
                  <a:pt x="1460" y="12"/>
                </a:lnTo>
                <a:lnTo>
                  <a:pt x="1560" y="3"/>
                </a:lnTo>
                <a:lnTo>
                  <a:pt x="1661" y="0"/>
                </a:lnTo>
                <a:close/>
              </a:path>
            </a:pathLst>
          </a:custGeom>
          <a:solidFill>
            <a:srgbClr val="93C9E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>
              <a:solidFill>
                <a:prstClr val="black"/>
              </a:solidFill>
            </a:endParaRPr>
          </a:p>
        </p:txBody>
      </p:sp>
      <p:sp>
        <p:nvSpPr>
          <p:cNvPr id="11" name="Freeform 6"/>
          <p:cNvSpPr>
            <a:spLocks noEditPoints="1"/>
          </p:cNvSpPr>
          <p:nvPr/>
        </p:nvSpPr>
        <p:spPr bwMode="auto">
          <a:xfrm>
            <a:off x="8620374" y="3477979"/>
            <a:ext cx="368075" cy="367078"/>
          </a:xfrm>
          <a:custGeom>
            <a:avLst/>
            <a:gdLst>
              <a:gd name="T0" fmla="*/ 1494 w 3321"/>
              <a:gd name="T1" fmla="*/ 2318 h 3312"/>
              <a:gd name="T2" fmla="*/ 1494 w 3321"/>
              <a:gd name="T3" fmla="*/ 1855 h 3312"/>
              <a:gd name="T4" fmla="*/ 1753 w 3321"/>
              <a:gd name="T5" fmla="*/ 3 h 3312"/>
              <a:gd name="T6" fmla="*/ 2027 w 3321"/>
              <a:gd name="T7" fmla="*/ 42 h 3312"/>
              <a:gd name="T8" fmla="*/ 2291 w 3321"/>
              <a:gd name="T9" fmla="*/ 115 h 3312"/>
              <a:gd name="T10" fmla="*/ 1885 w 3321"/>
              <a:gd name="T11" fmla="*/ 349 h 3312"/>
              <a:gd name="T12" fmla="*/ 1661 w 3321"/>
              <a:gd name="T13" fmla="*/ 331 h 3312"/>
              <a:gd name="T14" fmla="*/ 1394 w 3321"/>
              <a:gd name="T15" fmla="*/ 358 h 3312"/>
              <a:gd name="T16" fmla="*/ 1145 w 3321"/>
              <a:gd name="T17" fmla="*/ 437 h 3312"/>
              <a:gd name="T18" fmla="*/ 919 w 3321"/>
              <a:gd name="T19" fmla="*/ 559 h 3312"/>
              <a:gd name="T20" fmla="*/ 723 w 3321"/>
              <a:gd name="T21" fmla="*/ 721 h 3312"/>
              <a:gd name="T22" fmla="*/ 561 w 3321"/>
              <a:gd name="T23" fmla="*/ 916 h 3312"/>
              <a:gd name="T24" fmla="*/ 438 w 3321"/>
              <a:gd name="T25" fmla="*/ 1142 h 3312"/>
              <a:gd name="T26" fmla="*/ 359 w 3321"/>
              <a:gd name="T27" fmla="*/ 1390 h 3312"/>
              <a:gd name="T28" fmla="*/ 332 w 3321"/>
              <a:gd name="T29" fmla="*/ 1656 h 3312"/>
              <a:gd name="T30" fmla="*/ 359 w 3321"/>
              <a:gd name="T31" fmla="*/ 1922 h 3312"/>
              <a:gd name="T32" fmla="*/ 438 w 3321"/>
              <a:gd name="T33" fmla="*/ 2170 h 3312"/>
              <a:gd name="T34" fmla="*/ 561 w 3321"/>
              <a:gd name="T35" fmla="*/ 2396 h 3312"/>
              <a:gd name="T36" fmla="*/ 723 w 3321"/>
              <a:gd name="T37" fmla="*/ 2591 h 3312"/>
              <a:gd name="T38" fmla="*/ 919 w 3321"/>
              <a:gd name="T39" fmla="*/ 2753 h 3312"/>
              <a:gd name="T40" fmla="*/ 1145 w 3321"/>
              <a:gd name="T41" fmla="*/ 2875 h 3312"/>
              <a:gd name="T42" fmla="*/ 1394 w 3321"/>
              <a:gd name="T43" fmla="*/ 2954 h 3312"/>
              <a:gd name="T44" fmla="*/ 1661 w 3321"/>
              <a:gd name="T45" fmla="*/ 2981 h 3312"/>
              <a:gd name="T46" fmla="*/ 1927 w 3321"/>
              <a:gd name="T47" fmla="*/ 2954 h 3312"/>
              <a:gd name="T48" fmla="*/ 2176 w 3321"/>
              <a:gd name="T49" fmla="*/ 2875 h 3312"/>
              <a:gd name="T50" fmla="*/ 2402 w 3321"/>
              <a:gd name="T51" fmla="*/ 2753 h 3312"/>
              <a:gd name="T52" fmla="*/ 2598 w 3321"/>
              <a:gd name="T53" fmla="*/ 2591 h 3312"/>
              <a:gd name="T54" fmla="*/ 2760 w 3321"/>
              <a:gd name="T55" fmla="*/ 2396 h 3312"/>
              <a:gd name="T56" fmla="*/ 2883 w 3321"/>
              <a:gd name="T57" fmla="*/ 2170 h 3312"/>
              <a:gd name="T58" fmla="*/ 2962 w 3321"/>
              <a:gd name="T59" fmla="*/ 1922 h 3312"/>
              <a:gd name="T60" fmla="*/ 2989 w 3321"/>
              <a:gd name="T61" fmla="*/ 1656 h 3312"/>
              <a:gd name="T62" fmla="*/ 3309 w 3321"/>
              <a:gd name="T63" fmla="*/ 1856 h 3312"/>
              <a:gd name="T64" fmla="*/ 3248 w 3321"/>
              <a:gd name="T65" fmla="*/ 2141 h 3312"/>
              <a:gd name="T66" fmla="*/ 3139 w 3321"/>
              <a:gd name="T67" fmla="*/ 2407 h 3312"/>
              <a:gd name="T68" fmla="*/ 2988 w 3321"/>
              <a:gd name="T69" fmla="*/ 2648 h 3312"/>
              <a:gd name="T70" fmla="*/ 2799 w 3321"/>
              <a:gd name="T71" fmla="*/ 2858 h 3312"/>
              <a:gd name="T72" fmla="*/ 2577 w 3321"/>
              <a:gd name="T73" fmla="*/ 3035 h 3312"/>
              <a:gd name="T74" fmla="*/ 2327 w 3321"/>
              <a:gd name="T75" fmla="*/ 3171 h 3312"/>
              <a:gd name="T76" fmla="*/ 2053 w 3321"/>
              <a:gd name="T77" fmla="*/ 3265 h 3312"/>
              <a:gd name="T78" fmla="*/ 1761 w 3321"/>
              <a:gd name="T79" fmla="*/ 3309 h 3312"/>
              <a:gd name="T80" fmla="*/ 1460 w 3321"/>
              <a:gd name="T81" fmla="*/ 3300 h 3312"/>
              <a:gd name="T82" fmla="*/ 1174 w 3321"/>
              <a:gd name="T83" fmla="*/ 3239 h 3312"/>
              <a:gd name="T84" fmla="*/ 908 w 3321"/>
              <a:gd name="T85" fmla="*/ 3130 h 3312"/>
              <a:gd name="T86" fmla="*/ 666 w 3321"/>
              <a:gd name="T87" fmla="*/ 2980 h 3312"/>
              <a:gd name="T88" fmla="*/ 455 w 3321"/>
              <a:gd name="T89" fmla="*/ 2791 h 3312"/>
              <a:gd name="T90" fmla="*/ 278 w 3321"/>
              <a:gd name="T91" fmla="*/ 2570 h 3312"/>
              <a:gd name="T92" fmla="*/ 141 w 3321"/>
              <a:gd name="T93" fmla="*/ 2320 h 3312"/>
              <a:gd name="T94" fmla="*/ 47 w 3321"/>
              <a:gd name="T95" fmla="*/ 2047 h 3312"/>
              <a:gd name="T96" fmla="*/ 3 w 3321"/>
              <a:gd name="T97" fmla="*/ 1756 h 3312"/>
              <a:gd name="T98" fmla="*/ 12 w 3321"/>
              <a:gd name="T99" fmla="*/ 1456 h 3312"/>
              <a:gd name="T100" fmla="*/ 73 w 3321"/>
              <a:gd name="T101" fmla="*/ 1171 h 3312"/>
              <a:gd name="T102" fmla="*/ 182 w 3321"/>
              <a:gd name="T103" fmla="*/ 905 h 3312"/>
              <a:gd name="T104" fmla="*/ 333 w 3321"/>
              <a:gd name="T105" fmla="*/ 664 h 3312"/>
              <a:gd name="T106" fmla="*/ 522 w 3321"/>
              <a:gd name="T107" fmla="*/ 454 h 3312"/>
              <a:gd name="T108" fmla="*/ 744 w 3321"/>
              <a:gd name="T109" fmla="*/ 277 h 3312"/>
              <a:gd name="T110" fmla="*/ 994 w 3321"/>
              <a:gd name="T111" fmla="*/ 141 h 3312"/>
              <a:gd name="T112" fmla="*/ 1268 w 3321"/>
              <a:gd name="T113" fmla="*/ 47 h 3312"/>
              <a:gd name="T114" fmla="*/ 1560 w 3321"/>
              <a:gd name="T115" fmla="*/ 3 h 3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21" h="3312">
                <a:moveTo>
                  <a:pt x="2922" y="431"/>
                </a:moveTo>
                <a:lnTo>
                  <a:pt x="3155" y="662"/>
                </a:lnTo>
                <a:lnTo>
                  <a:pt x="1494" y="2318"/>
                </a:lnTo>
                <a:lnTo>
                  <a:pt x="748" y="1574"/>
                </a:lnTo>
                <a:lnTo>
                  <a:pt x="979" y="1341"/>
                </a:lnTo>
                <a:lnTo>
                  <a:pt x="1494" y="1855"/>
                </a:lnTo>
                <a:lnTo>
                  <a:pt x="2922" y="431"/>
                </a:lnTo>
                <a:close/>
                <a:moveTo>
                  <a:pt x="1661" y="0"/>
                </a:moveTo>
                <a:lnTo>
                  <a:pt x="1753" y="3"/>
                </a:lnTo>
                <a:lnTo>
                  <a:pt x="1845" y="11"/>
                </a:lnTo>
                <a:lnTo>
                  <a:pt x="1936" y="25"/>
                </a:lnTo>
                <a:lnTo>
                  <a:pt x="2027" y="42"/>
                </a:lnTo>
                <a:lnTo>
                  <a:pt x="2116" y="63"/>
                </a:lnTo>
                <a:lnTo>
                  <a:pt x="2205" y="88"/>
                </a:lnTo>
                <a:lnTo>
                  <a:pt x="2291" y="115"/>
                </a:lnTo>
                <a:lnTo>
                  <a:pt x="2026" y="380"/>
                </a:lnTo>
                <a:lnTo>
                  <a:pt x="1956" y="363"/>
                </a:lnTo>
                <a:lnTo>
                  <a:pt x="1885" y="349"/>
                </a:lnTo>
                <a:lnTo>
                  <a:pt x="1813" y="339"/>
                </a:lnTo>
                <a:lnTo>
                  <a:pt x="1738" y="333"/>
                </a:lnTo>
                <a:lnTo>
                  <a:pt x="1661" y="331"/>
                </a:lnTo>
                <a:lnTo>
                  <a:pt x="1570" y="334"/>
                </a:lnTo>
                <a:lnTo>
                  <a:pt x="1481" y="344"/>
                </a:lnTo>
                <a:lnTo>
                  <a:pt x="1394" y="358"/>
                </a:lnTo>
                <a:lnTo>
                  <a:pt x="1308" y="379"/>
                </a:lnTo>
                <a:lnTo>
                  <a:pt x="1226" y="405"/>
                </a:lnTo>
                <a:lnTo>
                  <a:pt x="1145" y="437"/>
                </a:lnTo>
                <a:lnTo>
                  <a:pt x="1067" y="472"/>
                </a:lnTo>
                <a:lnTo>
                  <a:pt x="991" y="513"/>
                </a:lnTo>
                <a:lnTo>
                  <a:pt x="919" y="559"/>
                </a:lnTo>
                <a:lnTo>
                  <a:pt x="850" y="608"/>
                </a:lnTo>
                <a:lnTo>
                  <a:pt x="785" y="662"/>
                </a:lnTo>
                <a:lnTo>
                  <a:pt x="723" y="721"/>
                </a:lnTo>
                <a:lnTo>
                  <a:pt x="664" y="783"/>
                </a:lnTo>
                <a:lnTo>
                  <a:pt x="610" y="848"/>
                </a:lnTo>
                <a:lnTo>
                  <a:pt x="561" y="916"/>
                </a:lnTo>
                <a:lnTo>
                  <a:pt x="514" y="989"/>
                </a:lnTo>
                <a:lnTo>
                  <a:pt x="473" y="1064"/>
                </a:lnTo>
                <a:lnTo>
                  <a:pt x="438" y="1142"/>
                </a:lnTo>
                <a:lnTo>
                  <a:pt x="407" y="1222"/>
                </a:lnTo>
                <a:lnTo>
                  <a:pt x="380" y="1305"/>
                </a:lnTo>
                <a:lnTo>
                  <a:pt x="359" y="1390"/>
                </a:lnTo>
                <a:lnTo>
                  <a:pt x="345" y="1477"/>
                </a:lnTo>
                <a:lnTo>
                  <a:pt x="335" y="1566"/>
                </a:lnTo>
                <a:lnTo>
                  <a:pt x="332" y="1656"/>
                </a:lnTo>
                <a:lnTo>
                  <a:pt x="335" y="1746"/>
                </a:lnTo>
                <a:lnTo>
                  <a:pt x="345" y="1835"/>
                </a:lnTo>
                <a:lnTo>
                  <a:pt x="359" y="1922"/>
                </a:lnTo>
                <a:lnTo>
                  <a:pt x="380" y="2007"/>
                </a:lnTo>
                <a:lnTo>
                  <a:pt x="407" y="2090"/>
                </a:lnTo>
                <a:lnTo>
                  <a:pt x="438" y="2170"/>
                </a:lnTo>
                <a:lnTo>
                  <a:pt x="473" y="2248"/>
                </a:lnTo>
                <a:lnTo>
                  <a:pt x="514" y="2323"/>
                </a:lnTo>
                <a:lnTo>
                  <a:pt x="561" y="2396"/>
                </a:lnTo>
                <a:lnTo>
                  <a:pt x="610" y="2464"/>
                </a:lnTo>
                <a:lnTo>
                  <a:pt x="664" y="2529"/>
                </a:lnTo>
                <a:lnTo>
                  <a:pt x="723" y="2591"/>
                </a:lnTo>
                <a:lnTo>
                  <a:pt x="785" y="2650"/>
                </a:lnTo>
                <a:lnTo>
                  <a:pt x="850" y="2704"/>
                </a:lnTo>
                <a:lnTo>
                  <a:pt x="919" y="2753"/>
                </a:lnTo>
                <a:lnTo>
                  <a:pt x="991" y="2799"/>
                </a:lnTo>
                <a:lnTo>
                  <a:pt x="1067" y="2840"/>
                </a:lnTo>
                <a:lnTo>
                  <a:pt x="1145" y="2875"/>
                </a:lnTo>
                <a:lnTo>
                  <a:pt x="1226" y="2907"/>
                </a:lnTo>
                <a:lnTo>
                  <a:pt x="1308" y="2933"/>
                </a:lnTo>
                <a:lnTo>
                  <a:pt x="1394" y="2954"/>
                </a:lnTo>
                <a:lnTo>
                  <a:pt x="1481" y="2968"/>
                </a:lnTo>
                <a:lnTo>
                  <a:pt x="1570" y="2978"/>
                </a:lnTo>
                <a:lnTo>
                  <a:pt x="1661" y="2981"/>
                </a:lnTo>
                <a:lnTo>
                  <a:pt x="1751" y="2978"/>
                </a:lnTo>
                <a:lnTo>
                  <a:pt x="1840" y="2968"/>
                </a:lnTo>
                <a:lnTo>
                  <a:pt x="1927" y="2954"/>
                </a:lnTo>
                <a:lnTo>
                  <a:pt x="2013" y="2933"/>
                </a:lnTo>
                <a:lnTo>
                  <a:pt x="2095" y="2907"/>
                </a:lnTo>
                <a:lnTo>
                  <a:pt x="2176" y="2875"/>
                </a:lnTo>
                <a:lnTo>
                  <a:pt x="2254" y="2840"/>
                </a:lnTo>
                <a:lnTo>
                  <a:pt x="2330" y="2799"/>
                </a:lnTo>
                <a:lnTo>
                  <a:pt x="2402" y="2753"/>
                </a:lnTo>
                <a:lnTo>
                  <a:pt x="2471" y="2704"/>
                </a:lnTo>
                <a:lnTo>
                  <a:pt x="2536" y="2650"/>
                </a:lnTo>
                <a:lnTo>
                  <a:pt x="2598" y="2591"/>
                </a:lnTo>
                <a:lnTo>
                  <a:pt x="2657" y="2529"/>
                </a:lnTo>
                <a:lnTo>
                  <a:pt x="2711" y="2464"/>
                </a:lnTo>
                <a:lnTo>
                  <a:pt x="2760" y="2396"/>
                </a:lnTo>
                <a:lnTo>
                  <a:pt x="2807" y="2323"/>
                </a:lnTo>
                <a:lnTo>
                  <a:pt x="2848" y="2248"/>
                </a:lnTo>
                <a:lnTo>
                  <a:pt x="2883" y="2170"/>
                </a:lnTo>
                <a:lnTo>
                  <a:pt x="2914" y="2090"/>
                </a:lnTo>
                <a:lnTo>
                  <a:pt x="2941" y="2007"/>
                </a:lnTo>
                <a:lnTo>
                  <a:pt x="2962" y="1922"/>
                </a:lnTo>
                <a:lnTo>
                  <a:pt x="2976" y="1835"/>
                </a:lnTo>
                <a:lnTo>
                  <a:pt x="2986" y="1746"/>
                </a:lnTo>
                <a:lnTo>
                  <a:pt x="2989" y="1656"/>
                </a:lnTo>
                <a:lnTo>
                  <a:pt x="3321" y="1656"/>
                </a:lnTo>
                <a:lnTo>
                  <a:pt x="3318" y="1756"/>
                </a:lnTo>
                <a:lnTo>
                  <a:pt x="3309" y="1856"/>
                </a:lnTo>
                <a:lnTo>
                  <a:pt x="3294" y="1952"/>
                </a:lnTo>
                <a:lnTo>
                  <a:pt x="3274" y="2047"/>
                </a:lnTo>
                <a:lnTo>
                  <a:pt x="3248" y="2141"/>
                </a:lnTo>
                <a:lnTo>
                  <a:pt x="3216" y="2232"/>
                </a:lnTo>
                <a:lnTo>
                  <a:pt x="3180" y="2320"/>
                </a:lnTo>
                <a:lnTo>
                  <a:pt x="3139" y="2407"/>
                </a:lnTo>
                <a:lnTo>
                  <a:pt x="3094" y="2490"/>
                </a:lnTo>
                <a:lnTo>
                  <a:pt x="3043" y="2570"/>
                </a:lnTo>
                <a:lnTo>
                  <a:pt x="2988" y="2648"/>
                </a:lnTo>
                <a:lnTo>
                  <a:pt x="2930" y="2721"/>
                </a:lnTo>
                <a:lnTo>
                  <a:pt x="2866" y="2791"/>
                </a:lnTo>
                <a:lnTo>
                  <a:pt x="2799" y="2858"/>
                </a:lnTo>
                <a:lnTo>
                  <a:pt x="2728" y="2922"/>
                </a:lnTo>
                <a:lnTo>
                  <a:pt x="2655" y="2980"/>
                </a:lnTo>
                <a:lnTo>
                  <a:pt x="2577" y="3035"/>
                </a:lnTo>
                <a:lnTo>
                  <a:pt x="2497" y="3085"/>
                </a:lnTo>
                <a:lnTo>
                  <a:pt x="2413" y="3130"/>
                </a:lnTo>
                <a:lnTo>
                  <a:pt x="2327" y="3171"/>
                </a:lnTo>
                <a:lnTo>
                  <a:pt x="2238" y="3208"/>
                </a:lnTo>
                <a:lnTo>
                  <a:pt x="2147" y="3239"/>
                </a:lnTo>
                <a:lnTo>
                  <a:pt x="2053" y="3265"/>
                </a:lnTo>
                <a:lnTo>
                  <a:pt x="1957" y="3285"/>
                </a:lnTo>
                <a:lnTo>
                  <a:pt x="1861" y="3300"/>
                </a:lnTo>
                <a:lnTo>
                  <a:pt x="1761" y="3309"/>
                </a:lnTo>
                <a:lnTo>
                  <a:pt x="1661" y="3312"/>
                </a:lnTo>
                <a:lnTo>
                  <a:pt x="1560" y="3309"/>
                </a:lnTo>
                <a:lnTo>
                  <a:pt x="1460" y="3300"/>
                </a:lnTo>
                <a:lnTo>
                  <a:pt x="1364" y="3285"/>
                </a:lnTo>
                <a:lnTo>
                  <a:pt x="1268" y="3265"/>
                </a:lnTo>
                <a:lnTo>
                  <a:pt x="1174" y="3239"/>
                </a:lnTo>
                <a:lnTo>
                  <a:pt x="1083" y="3208"/>
                </a:lnTo>
                <a:lnTo>
                  <a:pt x="994" y="3171"/>
                </a:lnTo>
                <a:lnTo>
                  <a:pt x="908" y="3130"/>
                </a:lnTo>
                <a:lnTo>
                  <a:pt x="824" y="3085"/>
                </a:lnTo>
                <a:lnTo>
                  <a:pt x="744" y="3035"/>
                </a:lnTo>
                <a:lnTo>
                  <a:pt x="666" y="2980"/>
                </a:lnTo>
                <a:lnTo>
                  <a:pt x="593" y="2922"/>
                </a:lnTo>
                <a:lnTo>
                  <a:pt x="522" y="2858"/>
                </a:lnTo>
                <a:lnTo>
                  <a:pt x="455" y="2791"/>
                </a:lnTo>
                <a:lnTo>
                  <a:pt x="391" y="2721"/>
                </a:lnTo>
                <a:lnTo>
                  <a:pt x="333" y="2648"/>
                </a:lnTo>
                <a:lnTo>
                  <a:pt x="278" y="2570"/>
                </a:lnTo>
                <a:lnTo>
                  <a:pt x="227" y="2490"/>
                </a:lnTo>
                <a:lnTo>
                  <a:pt x="182" y="2407"/>
                </a:lnTo>
                <a:lnTo>
                  <a:pt x="141" y="2320"/>
                </a:lnTo>
                <a:lnTo>
                  <a:pt x="105" y="2232"/>
                </a:lnTo>
                <a:lnTo>
                  <a:pt x="73" y="2141"/>
                </a:lnTo>
                <a:lnTo>
                  <a:pt x="47" y="2047"/>
                </a:lnTo>
                <a:lnTo>
                  <a:pt x="27" y="1952"/>
                </a:lnTo>
                <a:lnTo>
                  <a:pt x="12" y="1856"/>
                </a:lnTo>
                <a:lnTo>
                  <a:pt x="3" y="1756"/>
                </a:lnTo>
                <a:lnTo>
                  <a:pt x="0" y="1656"/>
                </a:lnTo>
                <a:lnTo>
                  <a:pt x="3" y="1556"/>
                </a:lnTo>
                <a:lnTo>
                  <a:pt x="12" y="1456"/>
                </a:lnTo>
                <a:lnTo>
                  <a:pt x="27" y="1360"/>
                </a:lnTo>
                <a:lnTo>
                  <a:pt x="47" y="1265"/>
                </a:lnTo>
                <a:lnTo>
                  <a:pt x="73" y="1171"/>
                </a:lnTo>
                <a:lnTo>
                  <a:pt x="105" y="1080"/>
                </a:lnTo>
                <a:lnTo>
                  <a:pt x="141" y="992"/>
                </a:lnTo>
                <a:lnTo>
                  <a:pt x="182" y="905"/>
                </a:lnTo>
                <a:lnTo>
                  <a:pt x="227" y="822"/>
                </a:lnTo>
                <a:lnTo>
                  <a:pt x="278" y="742"/>
                </a:lnTo>
                <a:lnTo>
                  <a:pt x="333" y="664"/>
                </a:lnTo>
                <a:lnTo>
                  <a:pt x="391" y="591"/>
                </a:lnTo>
                <a:lnTo>
                  <a:pt x="455" y="521"/>
                </a:lnTo>
                <a:lnTo>
                  <a:pt x="522" y="454"/>
                </a:lnTo>
                <a:lnTo>
                  <a:pt x="593" y="390"/>
                </a:lnTo>
                <a:lnTo>
                  <a:pt x="666" y="332"/>
                </a:lnTo>
                <a:lnTo>
                  <a:pt x="744" y="277"/>
                </a:lnTo>
                <a:lnTo>
                  <a:pt x="824" y="227"/>
                </a:lnTo>
                <a:lnTo>
                  <a:pt x="908" y="182"/>
                </a:lnTo>
                <a:lnTo>
                  <a:pt x="994" y="141"/>
                </a:lnTo>
                <a:lnTo>
                  <a:pt x="1083" y="104"/>
                </a:lnTo>
                <a:lnTo>
                  <a:pt x="1174" y="73"/>
                </a:lnTo>
                <a:lnTo>
                  <a:pt x="1268" y="47"/>
                </a:lnTo>
                <a:lnTo>
                  <a:pt x="1364" y="27"/>
                </a:lnTo>
                <a:lnTo>
                  <a:pt x="1460" y="12"/>
                </a:lnTo>
                <a:lnTo>
                  <a:pt x="1560" y="3"/>
                </a:lnTo>
                <a:lnTo>
                  <a:pt x="1661" y="0"/>
                </a:lnTo>
                <a:close/>
              </a:path>
            </a:pathLst>
          </a:custGeom>
          <a:solidFill>
            <a:srgbClr val="93C9E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>
              <a:solidFill>
                <a:prstClr val="black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9042791" y="2407351"/>
            <a:ext cx="2707249" cy="2552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6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테블루를</a:t>
            </a:r>
            <a:r>
              <a:rPr lang="ko-KR" altLang="en-US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활용하여 </a:t>
            </a:r>
            <a:endParaRPr lang="en-US" altLang="ko-KR" sz="16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국가별 글로벌 기업 시각화</a:t>
            </a:r>
            <a:endParaRPr lang="en-US" altLang="ko-KR" sz="16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altLang="ko-KR" sz="16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미국기업</a:t>
            </a:r>
            <a:r>
              <a:rPr lang="en-US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-590</a:t>
            </a:r>
            <a:r>
              <a:rPr lang="ko-KR" altLang="ko-KR" sz="16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개 </a:t>
            </a:r>
            <a:endParaRPr lang="en-US" altLang="ko-KR" sz="16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중국</a:t>
            </a:r>
            <a:r>
              <a:rPr lang="en-US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-297</a:t>
            </a:r>
            <a:r>
              <a:rPr lang="ko-KR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개</a:t>
            </a:r>
            <a:endParaRPr lang="en-US" altLang="ko-KR" sz="16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한국</a:t>
            </a:r>
            <a:r>
              <a:rPr lang="en-US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-65</a:t>
            </a:r>
            <a:r>
              <a:rPr lang="ko-KR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개</a:t>
            </a:r>
            <a:r>
              <a:rPr lang="en-US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캐나다</a:t>
            </a:r>
            <a:r>
              <a:rPr lang="en-US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-58</a:t>
            </a:r>
            <a:r>
              <a:rPr lang="ko-KR" altLang="en-US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개</a:t>
            </a:r>
            <a:endParaRPr lang="ko-KR" altLang="ko-KR" sz="16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81" y="1110011"/>
            <a:ext cx="8030039" cy="527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941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C9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DA899EA-5290-4466-9CDB-D71C1B2EDCFA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endParaRPr lang="ko-KR" altLang="en-US" sz="7200" kern="0" dirty="0">
              <a:solidFill>
                <a:prstClr val="white"/>
              </a:solidFill>
            </a:endParaRPr>
          </a:p>
        </p:txBody>
      </p:sp>
      <p:sp>
        <p:nvSpPr>
          <p:cNvPr id="7" name="모서리가 둥근 직사각형 5">
            <a:extLst>
              <a:ext uri="{FF2B5EF4-FFF2-40B4-BE49-F238E27FC236}">
                <a16:creationId xmlns:a16="http://schemas.microsoft.com/office/drawing/2014/main" id="{978B0B98-AD96-4F4D-A1D3-E344E7E3ADFB}"/>
              </a:ext>
            </a:extLst>
          </p:cNvPr>
          <p:cNvSpPr/>
          <p:nvPr/>
        </p:nvSpPr>
        <p:spPr>
          <a:xfrm>
            <a:off x="222421" y="252037"/>
            <a:ext cx="11747157" cy="635392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dist="127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3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국가별 매상 데이터</a:t>
            </a:r>
            <a:r>
              <a:rPr lang="ko-KR" altLang="en-US" sz="3400" b="1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ko-KR" altLang="en-US" sz="3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시각화</a:t>
            </a:r>
            <a:endParaRPr lang="en-US" altLang="ko-KR" sz="3400" b="1" kern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91" y="935811"/>
            <a:ext cx="11204476" cy="4986378"/>
          </a:xfrm>
          <a:prstGeom prst="rect">
            <a:avLst/>
          </a:prstGeom>
        </p:spPr>
      </p:pic>
      <p:sp>
        <p:nvSpPr>
          <p:cNvPr id="8" name="Freeform 6"/>
          <p:cNvSpPr>
            <a:spLocks noEditPoints="1"/>
          </p:cNvSpPr>
          <p:nvPr/>
        </p:nvSpPr>
        <p:spPr bwMode="auto">
          <a:xfrm>
            <a:off x="735948" y="5979782"/>
            <a:ext cx="368075" cy="367078"/>
          </a:xfrm>
          <a:custGeom>
            <a:avLst/>
            <a:gdLst>
              <a:gd name="T0" fmla="*/ 1494 w 3321"/>
              <a:gd name="T1" fmla="*/ 2318 h 3312"/>
              <a:gd name="T2" fmla="*/ 1494 w 3321"/>
              <a:gd name="T3" fmla="*/ 1855 h 3312"/>
              <a:gd name="T4" fmla="*/ 1753 w 3321"/>
              <a:gd name="T5" fmla="*/ 3 h 3312"/>
              <a:gd name="T6" fmla="*/ 2027 w 3321"/>
              <a:gd name="T7" fmla="*/ 42 h 3312"/>
              <a:gd name="T8" fmla="*/ 2291 w 3321"/>
              <a:gd name="T9" fmla="*/ 115 h 3312"/>
              <a:gd name="T10" fmla="*/ 1885 w 3321"/>
              <a:gd name="T11" fmla="*/ 349 h 3312"/>
              <a:gd name="T12" fmla="*/ 1661 w 3321"/>
              <a:gd name="T13" fmla="*/ 331 h 3312"/>
              <a:gd name="T14" fmla="*/ 1394 w 3321"/>
              <a:gd name="T15" fmla="*/ 358 h 3312"/>
              <a:gd name="T16" fmla="*/ 1145 w 3321"/>
              <a:gd name="T17" fmla="*/ 437 h 3312"/>
              <a:gd name="T18" fmla="*/ 919 w 3321"/>
              <a:gd name="T19" fmla="*/ 559 h 3312"/>
              <a:gd name="T20" fmla="*/ 723 w 3321"/>
              <a:gd name="T21" fmla="*/ 721 h 3312"/>
              <a:gd name="T22" fmla="*/ 561 w 3321"/>
              <a:gd name="T23" fmla="*/ 916 h 3312"/>
              <a:gd name="T24" fmla="*/ 438 w 3321"/>
              <a:gd name="T25" fmla="*/ 1142 h 3312"/>
              <a:gd name="T26" fmla="*/ 359 w 3321"/>
              <a:gd name="T27" fmla="*/ 1390 h 3312"/>
              <a:gd name="T28" fmla="*/ 332 w 3321"/>
              <a:gd name="T29" fmla="*/ 1656 h 3312"/>
              <a:gd name="T30" fmla="*/ 359 w 3321"/>
              <a:gd name="T31" fmla="*/ 1922 h 3312"/>
              <a:gd name="T32" fmla="*/ 438 w 3321"/>
              <a:gd name="T33" fmla="*/ 2170 h 3312"/>
              <a:gd name="T34" fmla="*/ 561 w 3321"/>
              <a:gd name="T35" fmla="*/ 2396 h 3312"/>
              <a:gd name="T36" fmla="*/ 723 w 3321"/>
              <a:gd name="T37" fmla="*/ 2591 h 3312"/>
              <a:gd name="T38" fmla="*/ 919 w 3321"/>
              <a:gd name="T39" fmla="*/ 2753 h 3312"/>
              <a:gd name="T40" fmla="*/ 1145 w 3321"/>
              <a:gd name="T41" fmla="*/ 2875 h 3312"/>
              <a:gd name="T42" fmla="*/ 1394 w 3321"/>
              <a:gd name="T43" fmla="*/ 2954 h 3312"/>
              <a:gd name="T44" fmla="*/ 1661 w 3321"/>
              <a:gd name="T45" fmla="*/ 2981 h 3312"/>
              <a:gd name="T46" fmla="*/ 1927 w 3321"/>
              <a:gd name="T47" fmla="*/ 2954 h 3312"/>
              <a:gd name="T48" fmla="*/ 2176 w 3321"/>
              <a:gd name="T49" fmla="*/ 2875 h 3312"/>
              <a:gd name="T50" fmla="*/ 2402 w 3321"/>
              <a:gd name="T51" fmla="*/ 2753 h 3312"/>
              <a:gd name="T52" fmla="*/ 2598 w 3321"/>
              <a:gd name="T53" fmla="*/ 2591 h 3312"/>
              <a:gd name="T54" fmla="*/ 2760 w 3321"/>
              <a:gd name="T55" fmla="*/ 2396 h 3312"/>
              <a:gd name="T56" fmla="*/ 2883 w 3321"/>
              <a:gd name="T57" fmla="*/ 2170 h 3312"/>
              <a:gd name="T58" fmla="*/ 2962 w 3321"/>
              <a:gd name="T59" fmla="*/ 1922 h 3312"/>
              <a:gd name="T60" fmla="*/ 2989 w 3321"/>
              <a:gd name="T61" fmla="*/ 1656 h 3312"/>
              <a:gd name="T62" fmla="*/ 3309 w 3321"/>
              <a:gd name="T63" fmla="*/ 1856 h 3312"/>
              <a:gd name="T64" fmla="*/ 3248 w 3321"/>
              <a:gd name="T65" fmla="*/ 2141 h 3312"/>
              <a:gd name="T66" fmla="*/ 3139 w 3321"/>
              <a:gd name="T67" fmla="*/ 2407 h 3312"/>
              <a:gd name="T68" fmla="*/ 2988 w 3321"/>
              <a:gd name="T69" fmla="*/ 2648 h 3312"/>
              <a:gd name="T70" fmla="*/ 2799 w 3321"/>
              <a:gd name="T71" fmla="*/ 2858 h 3312"/>
              <a:gd name="T72" fmla="*/ 2577 w 3321"/>
              <a:gd name="T73" fmla="*/ 3035 h 3312"/>
              <a:gd name="T74" fmla="*/ 2327 w 3321"/>
              <a:gd name="T75" fmla="*/ 3171 h 3312"/>
              <a:gd name="T76" fmla="*/ 2053 w 3321"/>
              <a:gd name="T77" fmla="*/ 3265 h 3312"/>
              <a:gd name="T78" fmla="*/ 1761 w 3321"/>
              <a:gd name="T79" fmla="*/ 3309 h 3312"/>
              <a:gd name="T80" fmla="*/ 1460 w 3321"/>
              <a:gd name="T81" fmla="*/ 3300 h 3312"/>
              <a:gd name="T82" fmla="*/ 1174 w 3321"/>
              <a:gd name="T83" fmla="*/ 3239 h 3312"/>
              <a:gd name="T84" fmla="*/ 908 w 3321"/>
              <a:gd name="T85" fmla="*/ 3130 h 3312"/>
              <a:gd name="T86" fmla="*/ 666 w 3321"/>
              <a:gd name="T87" fmla="*/ 2980 h 3312"/>
              <a:gd name="T88" fmla="*/ 455 w 3321"/>
              <a:gd name="T89" fmla="*/ 2791 h 3312"/>
              <a:gd name="T90" fmla="*/ 278 w 3321"/>
              <a:gd name="T91" fmla="*/ 2570 h 3312"/>
              <a:gd name="T92" fmla="*/ 141 w 3321"/>
              <a:gd name="T93" fmla="*/ 2320 h 3312"/>
              <a:gd name="T94" fmla="*/ 47 w 3321"/>
              <a:gd name="T95" fmla="*/ 2047 h 3312"/>
              <a:gd name="T96" fmla="*/ 3 w 3321"/>
              <a:gd name="T97" fmla="*/ 1756 h 3312"/>
              <a:gd name="T98" fmla="*/ 12 w 3321"/>
              <a:gd name="T99" fmla="*/ 1456 h 3312"/>
              <a:gd name="T100" fmla="*/ 73 w 3321"/>
              <a:gd name="T101" fmla="*/ 1171 h 3312"/>
              <a:gd name="T102" fmla="*/ 182 w 3321"/>
              <a:gd name="T103" fmla="*/ 905 h 3312"/>
              <a:gd name="T104" fmla="*/ 333 w 3321"/>
              <a:gd name="T105" fmla="*/ 664 h 3312"/>
              <a:gd name="T106" fmla="*/ 522 w 3321"/>
              <a:gd name="T107" fmla="*/ 454 h 3312"/>
              <a:gd name="T108" fmla="*/ 744 w 3321"/>
              <a:gd name="T109" fmla="*/ 277 h 3312"/>
              <a:gd name="T110" fmla="*/ 994 w 3321"/>
              <a:gd name="T111" fmla="*/ 141 h 3312"/>
              <a:gd name="T112" fmla="*/ 1268 w 3321"/>
              <a:gd name="T113" fmla="*/ 47 h 3312"/>
              <a:gd name="T114" fmla="*/ 1560 w 3321"/>
              <a:gd name="T115" fmla="*/ 3 h 3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21" h="3312">
                <a:moveTo>
                  <a:pt x="2922" y="431"/>
                </a:moveTo>
                <a:lnTo>
                  <a:pt x="3155" y="662"/>
                </a:lnTo>
                <a:lnTo>
                  <a:pt x="1494" y="2318"/>
                </a:lnTo>
                <a:lnTo>
                  <a:pt x="748" y="1574"/>
                </a:lnTo>
                <a:lnTo>
                  <a:pt x="979" y="1341"/>
                </a:lnTo>
                <a:lnTo>
                  <a:pt x="1494" y="1855"/>
                </a:lnTo>
                <a:lnTo>
                  <a:pt x="2922" y="431"/>
                </a:lnTo>
                <a:close/>
                <a:moveTo>
                  <a:pt x="1661" y="0"/>
                </a:moveTo>
                <a:lnTo>
                  <a:pt x="1753" y="3"/>
                </a:lnTo>
                <a:lnTo>
                  <a:pt x="1845" y="11"/>
                </a:lnTo>
                <a:lnTo>
                  <a:pt x="1936" y="25"/>
                </a:lnTo>
                <a:lnTo>
                  <a:pt x="2027" y="42"/>
                </a:lnTo>
                <a:lnTo>
                  <a:pt x="2116" y="63"/>
                </a:lnTo>
                <a:lnTo>
                  <a:pt x="2205" y="88"/>
                </a:lnTo>
                <a:lnTo>
                  <a:pt x="2291" y="115"/>
                </a:lnTo>
                <a:lnTo>
                  <a:pt x="2026" y="380"/>
                </a:lnTo>
                <a:lnTo>
                  <a:pt x="1956" y="363"/>
                </a:lnTo>
                <a:lnTo>
                  <a:pt x="1885" y="349"/>
                </a:lnTo>
                <a:lnTo>
                  <a:pt x="1813" y="339"/>
                </a:lnTo>
                <a:lnTo>
                  <a:pt x="1738" y="333"/>
                </a:lnTo>
                <a:lnTo>
                  <a:pt x="1661" y="331"/>
                </a:lnTo>
                <a:lnTo>
                  <a:pt x="1570" y="334"/>
                </a:lnTo>
                <a:lnTo>
                  <a:pt x="1481" y="344"/>
                </a:lnTo>
                <a:lnTo>
                  <a:pt x="1394" y="358"/>
                </a:lnTo>
                <a:lnTo>
                  <a:pt x="1308" y="379"/>
                </a:lnTo>
                <a:lnTo>
                  <a:pt x="1226" y="405"/>
                </a:lnTo>
                <a:lnTo>
                  <a:pt x="1145" y="437"/>
                </a:lnTo>
                <a:lnTo>
                  <a:pt x="1067" y="472"/>
                </a:lnTo>
                <a:lnTo>
                  <a:pt x="991" y="513"/>
                </a:lnTo>
                <a:lnTo>
                  <a:pt x="919" y="559"/>
                </a:lnTo>
                <a:lnTo>
                  <a:pt x="850" y="608"/>
                </a:lnTo>
                <a:lnTo>
                  <a:pt x="785" y="662"/>
                </a:lnTo>
                <a:lnTo>
                  <a:pt x="723" y="721"/>
                </a:lnTo>
                <a:lnTo>
                  <a:pt x="664" y="783"/>
                </a:lnTo>
                <a:lnTo>
                  <a:pt x="610" y="848"/>
                </a:lnTo>
                <a:lnTo>
                  <a:pt x="561" y="916"/>
                </a:lnTo>
                <a:lnTo>
                  <a:pt x="514" y="989"/>
                </a:lnTo>
                <a:lnTo>
                  <a:pt x="473" y="1064"/>
                </a:lnTo>
                <a:lnTo>
                  <a:pt x="438" y="1142"/>
                </a:lnTo>
                <a:lnTo>
                  <a:pt x="407" y="1222"/>
                </a:lnTo>
                <a:lnTo>
                  <a:pt x="380" y="1305"/>
                </a:lnTo>
                <a:lnTo>
                  <a:pt x="359" y="1390"/>
                </a:lnTo>
                <a:lnTo>
                  <a:pt x="345" y="1477"/>
                </a:lnTo>
                <a:lnTo>
                  <a:pt x="335" y="1566"/>
                </a:lnTo>
                <a:lnTo>
                  <a:pt x="332" y="1656"/>
                </a:lnTo>
                <a:lnTo>
                  <a:pt x="335" y="1746"/>
                </a:lnTo>
                <a:lnTo>
                  <a:pt x="345" y="1835"/>
                </a:lnTo>
                <a:lnTo>
                  <a:pt x="359" y="1922"/>
                </a:lnTo>
                <a:lnTo>
                  <a:pt x="380" y="2007"/>
                </a:lnTo>
                <a:lnTo>
                  <a:pt x="407" y="2090"/>
                </a:lnTo>
                <a:lnTo>
                  <a:pt x="438" y="2170"/>
                </a:lnTo>
                <a:lnTo>
                  <a:pt x="473" y="2248"/>
                </a:lnTo>
                <a:lnTo>
                  <a:pt x="514" y="2323"/>
                </a:lnTo>
                <a:lnTo>
                  <a:pt x="561" y="2396"/>
                </a:lnTo>
                <a:lnTo>
                  <a:pt x="610" y="2464"/>
                </a:lnTo>
                <a:lnTo>
                  <a:pt x="664" y="2529"/>
                </a:lnTo>
                <a:lnTo>
                  <a:pt x="723" y="2591"/>
                </a:lnTo>
                <a:lnTo>
                  <a:pt x="785" y="2650"/>
                </a:lnTo>
                <a:lnTo>
                  <a:pt x="850" y="2704"/>
                </a:lnTo>
                <a:lnTo>
                  <a:pt x="919" y="2753"/>
                </a:lnTo>
                <a:lnTo>
                  <a:pt x="991" y="2799"/>
                </a:lnTo>
                <a:lnTo>
                  <a:pt x="1067" y="2840"/>
                </a:lnTo>
                <a:lnTo>
                  <a:pt x="1145" y="2875"/>
                </a:lnTo>
                <a:lnTo>
                  <a:pt x="1226" y="2907"/>
                </a:lnTo>
                <a:lnTo>
                  <a:pt x="1308" y="2933"/>
                </a:lnTo>
                <a:lnTo>
                  <a:pt x="1394" y="2954"/>
                </a:lnTo>
                <a:lnTo>
                  <a:pt x="1481" y="2968"/>
                </a:lnTo>
                <a:lnTo>
                  <a:pt x="1570" y="2978"/>
                </a:lnTo>
                <a:lnTo>
                  <a:pt x="1661" y="2981"/>
                </a:lnTo>
                <a:lnTo>
                  <a:pt x="1751" y="2978"/>
                </a:lnTo>
                <a:lnTo>
                  <a:pt x="1840" y="2968"/>
                </a:lnTo>
                <a:lnTo>
                  <a:pt x="1927" y="2954"/>
                </a:lnTo>
                <a:lnTo>
                  <a:pt x="2013" y="2933"/>
                </a:lnTo>
                <a:lnTo>
                  <a:pt x="2095" y="2907"/>
                </a:lnTo>
                <a:lnTo>
                  <a:pt x="2176" y="2875"/>
                </a:lnTo>
                <a:lnTo>
                  <a:pt x="2254" y="2840"/>
                </a:lnTo>
                <a:lnTo>
                  <a:pt x="2330" y="2799"/>
                </a:lnTo>
                <a:lnTo>
                  <a:pt x="2402" y="2753"/>
                </a:lnTo>
                <a:lnTo>
                  <a:pt x="2471" y="2704"/>
                </a:lnTo>
                <a:lnTo>
                  <a:pt x="2536" y="2650"/>
                </a:lnTo>
                <a:lnTo>
                  <a:pt x="2598" y="2591"/>
                </a:lnTo>
                <a:lnTo>
                  <a:pt x="2657" y="2529"/>
                </a:lnTo>
                <a:lnTo>
                  <a:pt x="2711" y="2464"/>
                </a:lnTo>
                <a:lnTo>
                  <a:pt x="2760" y="2396"/>
                </a:lnTo>
                <a:lnTo>
                  <a:pt x="2807" y="2323"/>
                </a:lnTo>
                <a:lnTo>
                  <a:pt x="2848" y="2248"/>
                </a:lnTo>
                <a:lnTo>
                  <a:pt x="2883" y="2170"/>
                </a:lnTo>
                <a:lnTo>
                  <a:pt x="2914" y="2090"/>
                </a:lnTo>
                <a:lnTo>
                  <a:pt x="2941" y="2007"/>
                </a:lnTo>
                <a:lnTo>
                  <a:pt x="2962" y="1922"/>
                </a:lnTo>
                <a:lnTo>
                  <a:pt x="2976" y="1835"/>
                </a:lnTo>
                <a:lnTo>
                  <a:pt x="2986" y="1746"/>
                </a:lnTo>
                <a:lnTo>
                  <a:pt x="2989" y="1656"/>
                </a:lnTo>
                <a:lnTo>
                  <a:pt x="3321" y="1656"/>
                </a:lnTo>
                <a:lnTo>
                  <a:pt x="3318" y="1756"/>
                </a:lnTo>
                <a:lnTo>
                  <a:pt x="3309" y="1856"/>
                </a:lnTo>
                <a:lnTo>
                  <a:pt x="3294" y="1952"/>
                </a:lnTo>
                <a:lnTo>
                  <a:pt x="3274" y="2047"/>
                </a:lnTo>
                <a:lnTo>
                  <a:pt x="3248" y="2141"/>
                </a:lnTo>
                <a:lnTo>
                  <a:pt x="3216" y="2232"/>
                </a:lnTo>
                <a:lnTo>
                  <a:pt x="3180" y="2320"/>
                </a:lnTo>
                <a:lnTo>
                  <a:pt x="3139" y="2407"/>
                </a:lnTo>
                <a:lnTo>
                  <a:pt x="3094" y="2490"/>
                </a:lnTo>
                <a:lnTo>
                  <a:pt x="3043" y="2570"/>
                </a:lnTo>
                <a:lnTo>
                  <a:pt x="2988" y="2648"/>
                </a:lnTo>
                <a:lnTo>
                  <a:pt x="2930" y="2721"/>
                </a:lnTo>
                <a:lnTo>
                  <a:pt x="2866" y="2791"/>
                </a:lnTo>
                <a:lnTo>
                  <a:pt x="2799" y="2858"/>
                </a:lnTo>
                <a:lnTo>
                  <a:pt x="2728" y="2922"/>
                </a:lnTo>
                <a:lnTo>
                  <a:pt x="2655" y="2980"/>
                </a:lnTo>
                <a:lnTo>
                  <a:pt x="2577" y="3035"/>
                </a:lnTo>
                <a:lnTo>
                  <a:pt x="2497" y="3085"/>
                </a:lnTo>
                <a:lnTo>
                  <a:pt x="2413" y="3130"/>
                </a:lnTo>
                <a:lnTo>
                  <a:pt x="2327" y="3171"/>
                </a:lnTo>
                <a:lnTo>
                  <a:pt x="2238" y="3208"/>
                </a:lnTo>
                <a:lnTo>
                  <a:pt x="2147" y="3239"/>
                </a:lnTo>
                <a:lnTo>
                  <a:pt x="2053" y="3265"/>
                </a:lnTo>
                <a:lnTo>
                  <a:pt x="1957" y="3285"/>
                </a:lnTo>
                <a:lnTo>
                  <a:pt x="1861" y="3300"/>
                </a:lnTo>
                <a:lnTo>
                  <a:pt x="1761" y="3309"/>
                </a:lnTo>
                <a:lnTo>
                  <a:pt x="1661" y="3312"/>
                </a:lnTo>
                <a:lnTo>
                  <a:pt x="1560" y="3309"/>
                </a:lnTo>
                <a:lnTo>
                  <a:pt x="1460" y="3300"/>
                </a:lnTo>
                <a:lnTo>
                  <a:pt x="1364" y="3285"/>
                </a:lnTo>
                <a:lnTo>
                  <a:pt x="1268" y="3265"/>
                </a:lnTo>
                <a:lnTo>
                  <a:pt x="1174" y="3239"/>
                </a:lnTo>
                <a:lnTo>
                  <a:pt x="1083" y="3208"/>
                </a:lnTo>
                <a:lnTo>
                  <a:pt x="994" y="3171"/>
                </a:lnTo>
                <a:lnTo>
                  <a:pt x="908" y="3130"/>
                </a:lnTo>
                <a:lnTo>
                  <a:pt x="824" y="3085"/>
                </a:lnTo>
                <a:lnTo>
                  <a:pt x="744" y="3035"/>
                </a:lnTo>
                <a:lnTo>
                  <a:pt x="666" y="2980"/>
                </a:lnTo>
                <a:lnTo>
                  <a:pt x="593" y="2922"/>
                </a:lnTo>
                <a:lnTo>
                  <a:pt x="522" y="2858"/>
                </a:lnTo>
                <a:lnTo>
                  <a:pt x="455" y="2791"/>
                </a:lnTo>
                <a:lnTo>
                  <a:pt x="391" y="2721"/>
                </a:lnTo>
                <a:lnTo>
                  <a:pt x="333" y="2648"/>
                </a:lnTo>
                <a:lnTo>
                  <a:pt x="278" y="2570"/>
                </a:lnTo>
                <a:lnTo>
                  <a:pt x="227" y="2490"/>
                </a:lnTo>
                <a:lnTo>
                  <a:pt x="182" y="2407"/>
                </a:lnTo>
                <a:lnTo>
                  <a:pt x="141" y="2320"/>
                </a:lnTo>
                <a:lnTo>
                  <a:pt x="105" y="2232"/>
                </a:lnTo>
                <a:lnTo>
                  <a:pt x="73" y="2141"/>
                </a:lnTo>
                <a:lnTo>
                  <a:pt x="47" y="2047"/>
                </a:lnTo>
                <a:lnTo>
                  <a:pt x="27" y="1952"/>
                </a:lnTo>
                <a:lnTo>
                  <a:pt x="12" y="1856"/>
                </a:lnTo>
                <a:lnTo>
                  <a:pt x="3" y="1756"/>
                </a:lnTo>
                <a:lnTo>
                  <a:pt x="0" y="1656"/>
                </a:lnTo>
                <a:lnTo>
                  <a:pt x="3" y="1556"/>
                </a:lnTo>
                <a:lnTo>
                  <a:pt x="12" y="1456"/>
                </a:lnTo>
                <a:lnTo>
                  <a:pt x="27" y="1360"/>
                </a:lnTo>
                <a:lnTo>
                  <a:pt x="47" y="1265"/>
                </a:lnTo>
                <a:lnTo>
                  <a:pt x="73" y="1171"/>
                </a:lnTo>
                <a:lnTo>
                  <a:pt x="105" y="1080"/>
                </a:lnTo>
                <a:lnTo>
                  <a:pt x="141" y="992"/>
                </a:lnTo>
                <a:lnTo>
                  <a:pt x="182" y="905"/>
                </a:lnTo>
                <a:lnTo>
                  <a:pt x="227" y="822"/>
                </a:lnTo>
                <a:lnTo>
                  <a:pt x="278" y="742"/>
                </a:lnTo>
                <a:lnTo>
                  <a:pt x="333" y="664"/>
                </a:lnTo>
                <a:lnTo>
                  <a:pt x="391" y="591"/>
                </a:lnTo>
                <a:lnTo>
                  <a:pt x="455" y="521"/>
                </a:lnTo>
                <a:lnTo>
                  <a:pt x="522" y="454"/>
                </a:lnTo>
                <a:lnTo>
                  <a:pt x="593" y="390"/>
                </a:lnTo>
                <a:lnTo>
                  <a:pt x="666" y="332"/>
                </a:lnTo>
                <a:lnTo>
                  <a:pt x="744" y="277"/>
                </a:lnTo>
                <a:lnTo>
                  <a:pt x="824" y="227"/>
                </a:lnTo>
                <a:lnTo>
                  <a:pt x="908" y="182"/>
                </a:lnTo>
                <a:lnTo>
                  <a:pt x="994" y="141"/>
                </a:lnTo>
                <a:lnTo>
                  <a:pt x="1083" y="104"/>
                </a:lnTo>
                <a:lnTo>
                  <a:pt x="1174" y="73"/>
                </a:lnTo>
                <a:lnTo>
                  <a:pt x="1268" y="47"/>
                </a:lnTo>
                <a:lnTo>
                  <a:pt x="1364" y="27"/>
                </a:lnTo>
                <a:lnTo>
                  <a:pt x="1460" y="12"/>
                </a:lnTo>
                <a:lnTo>
                  <a:pt x="1560" y="3"/>
                </a:lnTo>
                <a:lnTo>
                  <a:pt x="1661" y="0"/>
                </a:lnTo>
                <a:close/>
              </a:path>
            </a:pathLst>
          </a:custGeom>
          <a:solidFill>
            <a:srgbClr val="93C9E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>
              <a:solidFill>
                <a:prstClr val="black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51751" y="5990630"/>
            <a:ext cx="9303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국가별로 매상데이터의 전체에</a:t>
            </a:r>
            <a:r>
              <a:rPr lang="en-US" altLang="ko-KR" dirty="0" smtClean="0"/>
              <a:t> </a:t>
            </a:r>
            <a:r>
              <a:rPr lang="ko-KR" altLang="en-US" dirty="0" smtClean="0"/>
              <a:t>대한 비율을 산출 </a:t>
            </a:r>
            <a:r>
              <a:rPr lang="en-US" altLang="ko-KR" dirty="0" smtClean="0"/>
              <a:t>(1</a:t>
            </a:r>
            <a:r>
              <a:rPr lang="ko-KR" altLang="en-US" dirty="0" smtClean="0"/>
              <a:t>위</a:t>
            </a:r>
            <a:r>
              <a:rPr lang="en-US" altLang="ko-KR" dirty="0" smtClean="0"/>
              <a:t>-</a:t>
            </a:r>
            <a:r>
              <a:rPr lang="ko-KR" altLang="en-US" dirty="0" smtClean="0"/>
              <a:t>미국</a:t>
            </a:r>
            <a:r>
              <a:rPr lang="en-US" altLang="ko-KR" dirty="0" smtClean="0"/>
              <a:t>, 2</a:t>
            </a:r>
            <a:r>
              <a:rPr lang="ko-KR" altLang="en-US" dirty="0" smtClean="0"/>
              <a:t>위</a:t>
            </a:r>
            <a:r>
              <a:rPr lang="en-US" altLang="ko-KR" dirty="0" smtClean="0"/>
              <a:t>-</a:t>
            </a:r>
            <a:r>
              <a:rPr lang="ko-KR" altLang="en-US" dirty="0" smtClean="0"/>
              <a:t>중국</a:t>
            </a:r>
            <a:r>
              <a:rPr lang="en-US" altLang="ko-KR" dirty="0" smtClean="0"/>
              <a:t>, 3</a:t>
            </a:r>
            <a:r>
              <a:rPr lang="ko-KR" altLang="en-US" dirty="0" smtClean="0"/>
              <a:t>위</a:t>
            </a:r>
            <a:r>
              <a:rPr lang="en-US" altLang="ko-KR" dirty="0" smtClean="0"/>
              <a:t>-</a:t>
            </a:r>
            <a:r>
              <a:rPr lang="ko-KR" altLang="en-US" dirty="0" smtClean="0"/>
              <a:t>일본</a:t>
            </a:r>
            <a:r>
              <a:rPr lang="en-US" altLang="ko-KR" dirty="0"/>
              <a:t>)</a:t>
            </a:r>
            <a:r>
              <a:rPr lang="en-US" altLang="ko-KR" dirty="0" smtClean="0"/>
              <a:t> 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4801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C9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DA899EA-5290-4466-9CDB-D71C1B2EDCFA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endParaRPr lang="ko-KR" altLang="en-US" sz="7200" kern="0" dirty="0">
              <a:solidFill>
                <a:prstClr val="white"/>
              </a:solidFill>
            </a:endParaRPr>
          </a:p>
        </p:txBody>
      </p:sp>
      <p:sp>
        <p:nvSpPr>
          <p:cNvPr id="7" name="모서리가 둥근 직사각형 5">
            <a:extLst>
              <a:ext uri="{FF2B5EF4-FFF2-40B4-BE49-F238E27FC236}">
                <a16:creationId xmlns:a16="http://schemas.microsoft.com/office/drawing/2014/main" id="{978B0B98-AD96-4F4D-A1D3-E344E7E3ADFB}"/>
              </a:ext>
            </a:extLst>
          </p:cNvPr>
          <p:cNvSpPr/>
          <p:nvPr/>
        </p:nvSpPr>
        <p:spPr>
          <a:xfrm>
            <a:off x="222421" y="252037"/>
            <a:ext cx="11747157" cy="635392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dist="127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3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글로벌기업 상위 </a:t>
            </a:r>
            <a:r>
              <a:rPr lang="en-US" altLang="ko-KR" sz="3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7</a:t>
            </a:r>
            <a:r>
              <a:rPr lang="ko-KR" altLang="en-US" sz="3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개 시장가치 시각화</a:t>
            </a:r>
            <a:endParaRPr lang="en-US" altLang="ko-KR" sz="3400" b="1" kern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39193" y="-4029934"/>
            <a:ext cx="10375116" cy="341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7494732" y="1988266"/>
            <a:ext cx="5176182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2022</a:t>
            </a:r>
            <a:r>
              <a:rPr lang="ko-KR" altLang="en-US" sz="1600" kern="0" dirty="0">
                <a:solidFill>
                  <a:srgbClr val="000000"/>
                </a:solidFill>
                <a:latin typeface="+mn-ea"/>
              </a:rPr>
              <a:t>년 </a:t>
            </a: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5</a:t>
            </a:r>
            <a:r>
              <a:rPr lang="ko-KR" altLang="en-US" sz="1600" kern="0" dirty="0">
                <a:solidFill>
                  <a:srgbClr val="000000"/>
                </a:solidFill>
                <a:latin typeface="+mn-ea"/>
              </a:rPr>
              <a:t>월 </a:t>
            </a:r>
            <a:r>
              <a:rPr lang="ko-KR" altLang="en-US" sz="1600" kern="0" dirty="0" err="1">
                <a:solidFill>
                  <a:srgbClr val="000000"/>
                </a:solidFill>
                <a:latin typeface="+mn-ea"/>
              </a:rPr>
              <a:t>포보스</a:t>
            </a:r>
            <a:r>
              <a:rPr lang="ko-KR" altLang="en-US" sz="1600" kern="0" dirty="0">
                <a:solidFill>
                  <a:srgbClr val="000000"/>
                </a:solidFill>
                <a:latin typeface="+mn-ea"/>
              </a:rPr>
              <a:t> 상위 </a:t>
            </a: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7</a:t>
            </a:r>
            <a:r>
              <a:rPr lang="ko-KR" altLang="en-US" sz="1600" kern="0" dirty="0">
                <a:solidFill>
                  <a:srgbClr val="000000"/>
                </a:solidFill>
                <a:latin typeface="+mn-ea"/>
              </a:rPr>
              <a:t>개 글로벌 기업을 </a:t>
            </a:r>
            <a:endParaRPr lang="en-US" altLang="ko-KR" sz="1600" kern="0" dirty="0" smtClean="0">
              <a:solidFill>
                <a:srgbClr val="000000"/>
              </a:solidFill>
              <a:latin typeface="+mn-ea"/>
            </a:endParaRPr>
          </a:p>
          <a:p>
            <a:pPr algn="just" fontAlgn="base"/>
            <a:r>
              <a:rPr lang="ko-KR" altLang="en-US" sz="1600" kern="0" dirty="0" smtClean="0">
                <a:solidFill>
                  <a:srgbClr val="000000"/>
                </a:solidFill>
                <a:latin typeface="+mn-ea"/>
              </a:rPr>
              <a:t>뽑아 </a:t>
            </a:r>
            <a:r>
              <a:rPr lang="ko-KR" altLang="en-US" sz="1600" kern="0" dirty="0">
                <a:solidFill>
                  <a:srgbClr val="000000"/>
                </a:solidFill>
                <a:latin typeface="+mn-ea"/>
              </a:rPr>
              <a:t>시장가치를 나타낸 막대그래프</a:t>
            </a:r>
          </a:p>
          <a:p>
            <a:pPr algn="just" fontAlgn="base"/>
            <a:endParaRPr lang="en-US" altLang="ko-KR" sz="1600" kern="0" dirty="0">
              <a:solidFill>
                <a:srgbClr val="000000"/>
              </a:solidFill>
              <a:latin typeface="+mn-ea"/>
            </a:endParaRPr>
          </a:p>
          <a:p>
            <a:pPr algn="just" fontAlgn="base"/>
            <a:r>
              <a:rPr lang="en-US" altLang="ko-KR" sz="1600" kern="0" dirty="0" smtClean="0">
                <a:solidFill>
                  <a:srgbClr val="000000"/>
                </a:solidFill>
                <a:latin typeface="+mn-ea"/>
              </a:rPr>
              <a:t>Berkshire Hathaway</a:t>
            </a:r>
            <a:r>
              <a:rPr lang="ko-KR" altLang="en-US" sz="1600" kern="0" dirty="0" smtClean="0">
                <a:solidFill>
                  <a:srgbClr val="000000"/>
                </a:solidFill>
                <a:latin typeface="+mn-ea"/>
              </a:rPr>
              <a:t>기업이 </a:t>
            </a:r>
            <a:r>
              <a:rPr lang="ko-KR" altLang="en-US" sz="1600" kern="0" dirty="0">
                <a:solidFill>
                  <a:srgbClr val="000000"/>
                </a:solidFill>
                <a:latin typeface="+mn-ea"/>
              </a:rPr>
              <a:t>가장 높게 </a:t>
            </a:r>
            <a:r>
              <a:rPr lang="ko-KR" altLang="en-US" sz="1600" kern="0" dirty="0" smtClean="0">
                <a:solidFill>
                  <a:srgbClr val="000000"/>
                </a:solidFill>
                <a:latin typeface="+mn-ea"/>
              </a:rPr>
              <a:t>나타남</a:t>
            </a:r>
            <a:endParaRPr lang="ko-KR" altLang="en-US" sz="1600" kern="0" dirty="0">
              <a:solidFill>
                <a:srgbClr val="000000"/>
              </a:solidFill>
              <a:latin typeface="+mn-ea"/>
            </a:endParaRPr>
          </a:p>
          <a:p>
            <a:pPr algn="just" fontAlgn="base"/>
            <a:endParaRPr lang="en-US" altLang="ko-KR" sz="1600" kern="0" dirty="0" smtClean="0">
              <a:solidFill>
                <a:srgbClr val="000000"/>
              </a:solidFill>
              <a:latin typeface="+mn-ea"/>
            </a:endParaRPr>
          </a:p>
          <a:p>
            <a:pPr algn="just" fontAlgn="base"/>
            <a:r>
              <a:rPr lang="ko-KR" altLang="en-US" sz="1600" kern="0" dirty="0" smtClean="0">
                <a:solidFill>
                  <a:srgbClr val="000000"/>
                </a:solidFill>
                <a:latin typeface="+mn-ea"/>
              </a:rPr>
              <a:t>상위 </a:t>
            </a: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4</a:t>
            </a:r>
            <a:r>
              <a:rPr lang="ko-KR" altLang="en-US" sz="1600" kern="0" dirty="0">
                <a:solidFill>
                  <a:srgbClr val="000000"/>
                </a:solidFill>
                <a:latin typeface="+mn-ea"/>
              </a:rPr>
              <a:t>위였던 </a:t>
            </a: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JPMorgan Chase </a:t>
            </a:r>
            <a:r>
              <a:rPr lang="ko-KR" altLang="en-US" sz="1600" kern="0" dirty="0">
                <a:solidFill>
                  <a:srgbClr val="000000"/>
                </a:solidFill>
                <a:latin typeface="+mn-ea"/>
              </a:rPr>
              <a:t>기업이 </a:t>
            </a:r>
            <a:endParaRPr lang="en-US" altLang="ko-KR" sz="1600" kern="0" dirty="0" smtClean="0">
              <a:solidFill>
                <a:srgbClr val="000000"/>
              </a:solidFill>
              <a:latin typeface="+mn-ea"/>
            </a:endParaRPr>
          </a:p>
          <a:p>
            <a:pPr algn="just" fontAlgn="base"/>
            <a:r>
              <a:rPr lang="ko-KR" altLang="en-US" sz="1600" kern="0" dirty="0" smtClean="0">
                <a:solidFill>
                  <a:srgbClr val="000000"/>
                </a:solidFill>
                <a:latin typeface="+mn-ea"/>
              </a:rPr>
              <a:t>시장가치에서 </a:t>
            </a:r>
            <a:r>
              <a:rPr lang="en-US" altLang="ko-KR" sz="1600" kern="0" dirty="0" smtClean="0">
                <a:solidFill>
                  <a:srgbClr val="000000"/>
                </a:solidFill>
                <a:latin typeface="+mn-ea"/>
              </a:rPr>
              <a:t>2</a:t>
            </a:r>
            <a:r>
              <a:rPr lang="ko-KR" altLang="en-US" sz="1600" kern="0" dirty="0" smtClean="0">
                <a:solidFill>
                  <a:srgbClr val="000000"/>
                </a:solidFill>
                <a:latin typeface="+mn-ea"/>
              </a:rPr>
              <a:t>위 </a:t>
            </a:r>
            <a:endParaRPr lang="en-US" altLang="ko-KR" sz="1600" kern="0" dirty="0" smtClean="0">
              <a:solidFill>
                <a:srgbClr val="000000"/>
              </a:solidFill>
              <a:latin typeface="+mn-ea"/>
            </a:endParaRPr>
          </a:p>
          <a:p>
            <a:pPr algn="just" fontAlgn="base"/>
            <a:endParaRPr lang="en-US" altLang="ko-KR" sz="1600" kern="0" dirty="0" smtClean="0">
              <a:solidFill>
                <a:srgbClr val="000000"/>
              </a:solidFill>
              <a:latin typeface="+mn-ea"/>
            </a:endParaRPr>
          </a:p>
          <a:p>
            <a:pPr algn="just" fontAlgn="base"/>
            <a:r>
              <a:rPr lang="ko-KR" altLang="en-US" sz="1600" kern="0" dirty="0" smtClean="0">
                <a:solidFill>
                  <a:srgbClr val="000000"/>
                </a:solidFill>
                <a:latin typeface="+mn-ea"/>
              </a:rPr>
              <a:t>상위 </a:t>
            </a: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7</a:t>
            </a:r>
            <a:r>
              <a:rPr lang="ko-KR" altLang="en-US" sz="1600" kern="0" dirty="0">
                <a:solidFill>
                  <a:srgbClr val="000000"/>
                </a:solidFill>
                <a:latin typeface="+mn-ea"/>
              </a:rPr>
              <a:t>위였던 글로벌 기업 </a:t>
            </a: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apple</a:t>
            </a:r>
            <a:r>
              <a:rPr lang="ko-KR" altLang="en-US" sz="1600" kern="0" dirty="0">
                <a:solidFill>
                  <a:srgbClr val="000000"/>
                </a:solidFill>
                <a:latin typeface="+mn-ea"/>
              </a:rPr>
              <a:t>이 </a:t>
            </a:r>
            <a:endParaRPr lang="en-US" altLang="ko-KR" sz="1600" kern="0" dirty="0" smtClean="0">
              <a:solidFill>
                <a:srgbClr val="000000"/>
              </a:solidFill>
              <a:latin typeface="+mn-ea"/>
            </a:endParaRPr>
          </a:p>
          <a:p>
            <a:pPr algn="just" fontAlgn="base"/>
            <a:r>
              <a:rPr lang="ko-KR" altLang="en-US" sz="1600" kern="0" dirty="0" smtClean="0">
                <a:solidFill>
                  <a:srgbClr val="000000"/>
                </a:solidFill>
                <a:latin typeface="+mn-ea"/>
              </a:rPr>
              <a:t>시장가치에서는 </a:t>
            </a: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4</a:t>
            </a:r>
            <a:r>
              <a:rPr lang="ko-KR" altLang="en-US" sz="1600" kern="0" dirty="0">
                <a:solidFill>
                  <a:srgbClr val="000000"/>
                </a:solidFill>
                <a:latin typeface="+mn-ea"/>
              </a:rPr>
              <a:t>위로 높게 </a:t>
            </a:r>
            <a:r>
              <a:rPr lang="ko-KR" altLang="en-US" sz="1600" kern="0" dirty="0" smtClean="0">
                <a:solidFill>
                  <a:srgbClr val="000000"/>
                </a:solidFill>
                <a:latin typeface="+mn-ea"/>
              </a:rPr>
              <a:t>평가</a:t>
            </a:r>
            <a:endParaRPr lang="en-US" altLang="ko-KR" sz="1600" kern="0" dirty="0" smtClean="0">
              <a:solidFill>
                <a:srgbClr val="000000"/>
              </a:solidFill>
              <a:latin typeface="+mn-ea"/>
            </a:endParaRPr>
          </a:p>
          <a:p>
            <a:pPr algn="just" fontAlgn="base"/>
            <a:endParaRPr lang="ko-KR" altLang="en-US" sz="1600" kern="0" dirty="0">
              <a:solidFill>
                <a:srgbClr val="000000"/>
              </a:solidFill>
              <a:latin typeface="+mn-ea"/>
            </a:endParaRPr>
          </a:p>
          <a:p>
            <a:pPr algn="just" fontAlgn="base"/>
            <a:r>
              <a:rPr lang="ko-KR" altLang="en-US" sz="1600" kern="0" dirty="0">
                <a:solidFill>
                  <a:srgbClr val="000000"/>
                </a:solidFill>
                <a:latin typeface="+mn-ea"/>
              </a:rPr>
              <a:t>이를 통해 어떤 기업이 시장가치가 높게 평가 </a:t>
            </a:r>
            <a:endParaRPr lang="en-US" altLang="ko-KR" sz="1600" kern="0" dirty="0" smtClean="0">
              <a:solidFill>
                <a:srgbClr val="000000"/>
              </a:solidFill>
              <a:latin typeface="+mn-ea"/>
            </a:endParaRPr>
          </a:p>
          <a:p>
            <a:pPr algn="just" fontAlgn="base"/>
            <a:r>
              <a:rPr lang="ko-KR" altLang="en-US" sz="1600" kern="0" dirty="0" smtClean="0">
                <a:solidFill>
                  <a:srgbClr val="000000"/>
                </a:solidFill>
                <a:latin typeface="+mn-ea"/>
              </a:rPr>
              <a:t>되는지 </a:t>
            </a:r>
            <a:r>
              <a:rPr lang="ko-KR" altLang="en-US" sz="1600" kern="0" dirty="0">
                <a:solidFill>
                  <a:srgbClr val="000000"/>
                </a:solidFill>
                <a:latin typeface="+mn-ea"/>
              </a:rPr>
              <a:t>한 눈에 알 수 </a:t>
            </a:r>
            <a:r>
              <a:rPr lang="ko-KR" altLang="en-US" sz="1600" kern="0" dirty="0" smtClean="0">
                <a:solidFill>
                  <a:srgbClr val="000000"/>
                </a:solidFill>
                <a:latin typeface="+mn-ea"/>
              </a:rPr>
              <a:t>있음</a:t>
            </a:r>
            <a:endParaRPr lang="ko-KR" altLang="en-US" sz="16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2" name="Freeform 6"/>
          <p:cNvSpPr>
            <a:spLocks noEditPoints="1"/>
          </p:cNvSpPr>
          <p:nvPr/>
        </p:nvSpPr>
        <p:spPr bwMode="auto">
          <a:xfrm>
            <a:off x="7155012" y="2032942"/>
            <a:ext cx="368075" cy="367078"/>
          </a:xfrm>
          <a:custGeom>
            <a:avLst/>
            <a:gdLst>
              <a:gd name="T0" fmla="*/ 1494 w 3321"/>
              <a:gd name="T1" fmla="*/ 2318 h 3312"/>
              <a:gd name="T2" fmla="*/ 1494 w 3321"/>
              <a:gd name="T3" fmla="*/ 1855 h 3312"/>
              <a:gd name="T4" fmla="*/ 1753 w 3321"/>
              <a:gd name="T5" fmla="*/ 3 h 3312"/>
              <a:gd name="T6" fmla="*/ 2027 w 3321"/>
              <a:gd name="T7" fmla="*/ 42 h 3312"/>
              <a:gd name="T8" fmla="*/ 2291 w 3321"/>
              <a:gd name="T9" fmla="*/ 115 h 3312"/>
              <a:gd name="T10" fmla="*/ 1885 w 3321"/>
              <a:gd name="T11" fmla="*/ 349 h 3312"/>
              <a:gd name="T12" fmla="*/ 1661 w 3321"/>
              <a:gd name="T13" fmla="*/ 331 h 3312"/>
              <a:gd name="T14" fmla="*/ 1394 w 3321"/>
              <a:gd name="T15" fmla="*/ 358 h 3312"/>
              <a:gd name="T16" fmla="*/ 1145 w 3321"/>
              <a:gd name="T17" fmla="*/ 437 h 3312"/>
              <a:gd name="T18" fmla="*/ 919 w 3321"/>
              <a:gd name="T19" fmla="*/ 559 h 3312"/>
              <a:gd name="T20" fmla="*/ 723 w 3321"/>
              <a:gd name="T21" fmla="*/ 721 h 3312"/>
              <a:gd name="T22" fmla="*/ 561 w 3321"/>
              <a:gd name="T23" fmla="*/ 916 h 3312"/>
              <a:gd name="T24" fmla="*/ 438 w 3321"/>
              <a:gd name="T25" fmla="*/ 1142 h 3312"/>
              <a:gd name="T26" fmla="*/ 359 w 3321"/>
              <a:gd name="T27" fmla="*/ 1390 h 3312"/>
              <a:gd name="T28" fmla="*/ 332 w 3321"/>
              <a:gd name="T29" fmla="*/ 1656 h 3312"/>
              <a:gd name="T30" fmla="*/ 359 w 3321"/>
              <a:gd name="T31" fmla="*/ 1922 h 3312"/>
              <a:gd name="T32" fmla="*/ 438 w 3321"/>
              <a:gd name="T33" fmla="*/ 2170 h 3312"/>
              <a:gd name="T34" fmla="*/ 561 w 3321"/>
              <a:gd name="T35" fmla="*/ 2396 h 3312"/>
              <a:gd name="T36" fmla="*/ 723 w 3321"/>
              <a:gd name="T37" fmla="*/ 2591 h 3312"/>
              <a:gd name="T38" fmla="*/ 919 w 3321"/>
              <a:gd name="T39" fmla="*/ 2753 h 3312"/>
              <a:gd name="T40" fmla="*/ 1145 w 3321"/>
              <a:gd name="T41" fmla="*/ 2875 h 3312"/>
              <a:gd name="T42" fmla="*/ 1394 w 3321"/>
              <a:gd name="T43" fmla="*/ 2954 h 3312"/>
              <a:gd name="T44" fmla="*/ 1661 w 3321"/>
              <a:gd name="T45" fmla="*/ 2981 h 3312"/>
              <a:gd name="T46" fmla="*/ 1927 w 3321"/>
              <a:gd name="T47" fmla="*/ 2954 h 3312"/>
              <a:gd name="T48" fmla="*/ 2176 w 3321"/>
              <a:gd name="T49" fmla="*/ 2875 h 3312"/>
              <a:gd name="T50" fmla="*/ 2402 w 3321"/>
              <a:gd name="T51" fmla="*/ 2753 h 3312"/>
              <a:gd name="T52" fmla="*/ 2598 w 3321"/>
              <a:gd name="T53" fmla="*/ 2591 h 3312"/>
              <a:gd name="T54" fmla="*/ 2760 w 3321"/>
              <a:gd name="T55" fmla="*/ 2396 h 3312"/>
              <a:gd name="T56" fmla="*/ 2883 w 3321"/>
              <a:gd name="T57" fmla="*/ 2170 h 3312"/>
              <a:gd name="T58" fmla="*/ 2962 w 3321"/>
              <a:gd name="T59" fmla="*/ 1922 h 3312"/>
              <a:gd name="T60" fmla="*/ 2989 w 3321"/>
              <a:gd name="T61" fmla="*/ 1656 h 3312"/>
              <a:gd name="T62" fmla="*/ 3309 w 3321"/>
              <a:gd name="T63" fmla="*/ 1856 h 3312"/>
              <a:gd name="T64" fmla="*/ 3248 w 3321"/>
              <a:gd name="T65" fmla="*/ 2141 h 3312"/>
              <a:gd name="T66" fmla="*/ 3139 w 3321"/>
              <a:gd name="T67" fmla="*/ 2407 h 3312"/>
              <a:gd name="T68" fmla="*/ 2988 w 3321"/>
              <a:gd name="T69" fmla="*/ 2648 h 3312"/>
              <a:gd name="T70" fmla="*/ 2799 w 3321"/>
              <a:gd name="T71" fmla="*/ 2858 h 3312"/>
              <a:gd name="T72" fmla="*/ 2577 w 3321"/>
              <a:gd name="T73" fmla="*/ 3035 h 3312"/>
              <a:gd name="T74" fmla="*/ 2327 w 3321"/>
              <a:gd name="T75" fmla="*/ 3171 h 3312"/>
              <a:gd name="T76" fmla="*/ 2053 w 3321"/>
              <a:gd name="T77" fmla="*/ 3265 h 3312"/>
              <a:gd name="T78" fmla="*/ 1761 w 3321"/>
              <a:gd name="T79" fmla="*/ 3309 h 3312"/>
              <a:gd name="T80" fmla="*/ 1460 w 3321"/>
              <a:gd name="T81" fmla="*/ 3300 h 3312"/>
              <a:gd name="T82" fmla="*/ 1174 w 3321"/>
              <a:gd name="T83" fmla="*/ 3239 h 3312"/>
              <a:gd name="T84" fmla="*/ 908 w 3321"/>
              <a:gd name="T85" fmla="*/ 3130 h 3312"/>
              <a:gd name="T86" fmla="*/ 666 w 3321"/>
              <a:gd name="T87" fmla="*/ 2980 h 3312"/>
              <a:gd name="T88" fmla="*/ 455 w 3321"/>
              <a:gd name="T89" fmla="*/ 2791 h 3312"/>
              <a:gd name="T90" fmla="*/ 278 w 3321"/>
              <a:gd name="T91" fmla="*/ 2570 h 3312"/>
              <a:gd name="T92" fmla="*/ 141 w 3321"/>
              <a:gd name="T93" fmla="*/ 2320 h 3312"/>
              <a:gd name="T94" fmla="*/ 47 w 3321"/>
              <a:gd name="T95" fmla="*/ 2047 h 3312"/>
              <a:gd name="T96" fmla="*/ 3 w 3321"/>
              <a:gd name="T97" fmla="*/ 1756 h 3312"/>
              <a:gd name="T98" fmla="*/ 12 w 3321"/>
              <a:gd name="T99" fmla="*/ 1456 h 3312"/>
              <a:gd name="T100" fmla="*/ 73 w 3321"/>
              <a:gd name="T101" fmla="*/ 1171 h 3312"/>
              <a:gd name="T102" fmla="*/ 182 w 3321"/>
              <a:gd name="T103" fmla="*/ 905 h 3312"/>
              <a:gd name="T104" fmla="*/ 333 w 3321"/>
              <a:gd name="T105" fmla="*/ 664 h 3312"/>
              <a:gd name="T106" fmla="*/ 522 w 3321"/>
              <a:gd name="T107" fmla="*/ 454 h 3312"/>
              <a:gd name="T108" fmla="*/ 744 w 3321"/>
              <a:gd name="T109" fmla="*/ 277 h 3312"/>
              <a:gd name="T110" fmla="*/ 994 w 3321"/>
              <a:gd name="T111" fmla="*/ 141 h 3312"/>
              <a:gd name="T112" fmla="*/ 1268 w 3321"/>
              <a:gd name="T113" fmla="*/ 47 h 3312"/>
              <a:gd name="T114" fmla="*/ 1560 w 3321"/>
              <a:gd name="T115" fmla="*/ 3 h 3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21" h="3312">
                <a:moveTo>
                  <a:pt x="2922" y="431"/>
                </a:moveTo>
                <a:lnTo>
                  <a:pt x="3155" y="662"/>
                </a:lnTo>
                <a:lnTo>
                  <a:pt x="1494" y="2318"/>
                </a:lnTo>
                <a:lnTo>
                  <a:pt x="748" y="1574"/>
                </a:lnTo>
                <a:lnTo>
                  <a:pt x="979" y="1341"/>
                </a:lnTo>
                <a:lnTo>
                  <a:pt x="1494" y="1855"/>
                </a:lnTo>
                <a:lnTo>
                  <a:pt x="2922" y="431"/>
                </a:lnTo>
                <a:close/>
                <a:moveTo>
                  <a:pt x="1661" y="0"/>
                </a:moveTo>
                <a:lnTo>
                  <a:pt x="1753" y="3"/>
                </a:lnTo>
                <a:lnTo>
                  <a:pt x="1845" y="11"/>
                </a:lnTo>
                <a:lnTo>
                  <a:pt x="1936" y="25"/>
                </a:lnTo>
                <a:lnTo>
                  <a:pt x="2027" y="42"/>
                </a:lnTo>
                <a:lnTo>
                  <a:pt x="2116" y="63"/>
                </a:lnTo>
                <a:lnTo>
                  <a:pt x="2205" y="88"/>
                </a:lnTo>
                <a:lnTo>
                  <a:pt x="2291" y="115"/>
                </a:lnTo>
                <a:lnTo>
                  <a:pt x="2026" y="380"/>
                </a:lnTo>
                <a:lnTo>
                  <a:pt x="1956" y="363"/>
                </a:lnTo>
                <a:lnTo>
                  <a:pt x="1885" y="349"/>
                </a:lnTo>
                <a:lnTo>
                  <a:pt x="1813" y="339"/>
                </a:lnTo>
                <a:lnTo>
                  <a:pt x="1738" y="333"/>
                </a:lnTo>
                <a:lnTo>
                  <a:pt x="1661" y="331"/>
                </a:lnTo>
                <a:lnTo>
                  <a:pt x="1570" y="334"/>
                </a:lnTo>
                <a:lnTo>
                  <a:pt x="1481" y="344"/>
                </a:lnTo>
                <a:lnTo>
                  <a:pt x="1394" y="358"/>
                </a:lnTo>
                <a:lnTo>
                  <a:pt x="1308" y="379"/>
                </a:lnTo>
                <a:lnTo>
                  <a:pt x="1226" y="405"/>
                </a:lnTo>
                <a:lnTo>
                  <a:pt x="1145" y="437"/>
                </a:lnTo>
                <a:lnTo>
                  <a:pt x="1067" y="472"/>
                </a:lnTo>
                <a:lnTo>
                  <a:pt x="991" y="513"/>
                </a:lnTo>
                <a:lnTo>
                  <a:pt x="919" y="559"/>
                </a:lnTo>
                <a:lnTo>
                  <a:pt x="850" y="608"/>
                </a:lnTo>
                <a:lnTo>
                  <a:pt x="785" y="662"/>
                </a:lnTo>
                <a:lnTo>
                  <a:pt x="723" y="721"/>
                </a:lnTo>
                <a:lnTo>
                  <a:pt x="664" y="783"/>
                </a:lnTo>
                <a:lnTo>
                  <a:pt x="610" y="848"/>
                </a:lnTo>
                <a:lnTo>
                  <a:pt x="561" y="916"/>
                </a:lnTo>
                <a:lnTo>
                  <a:pt x="514" y="989"/>
                </a:lnTo>
                <a:lnTo>
                  <a:pt x="473" y="1064"/>
                </a:lnTo>
                <a:lnTo>
                  <a:pt x="438" y="1142"/>
                </a:lnTo>
                <a:lnTo>
                  <a:pt x="407" y="1222"/>
                </a:lnTo>
                <a:lnTo>
                  <a:pt x="380" y="1305"/>
                </a:lnTo>
                <a:lnTo>
                  <a:pt x="359" y="1390"/>
                </a:lnTo>
                <a:lnTo>
                  <a:pt x="345" y="1477"/>
                </a:lnTo>
                <a:lnTo>
                  <a:pt x="335" y="1566"/>
                </a:lnTo>
                <a:lnTo>
                  <a:pt x="332" y="1656"/>
                </a:lnTo>
                <a:lnTo>
                  <a:pt x="335" y="1746"/>
                </a:lnTo>
                <a:lnTo>
                  <a:pt x="345" y="1835"/>
                </a:lnTo>
                <a:lnTo>
                  <a:pt x="359" y="1922"/>
                </a:lnTo>
                <a:lnTo>
                  <a:pt x="380" y="2007"/>
                </a:lnTo>
                <a:lnTo>
                  <a:pt x="407" y="2090"/>
                </a:lnTo>
                <a:lnTo>
                  <a:pt x="438" y="2170"/>
                </a:lnTo>
                <a:lnTo>
                  <a:pt x="473" y="2248"/>
                </a:lnTo>
                <a:lnTo>
                  <a:pt x="514" y="2323"/>
                </a:lnTo>
                <a:lnTo>
                  <a:pt x="561" y="2396"/>
                </a:lnTo>
                <a:lnTo>
                  <a:pt x="610" y="2464"/>
                </a:lnTo>
                <a:lnTo>
                  <a:pt x="664" y="2529"/>
                </a:lnTo>
                <a:lnTo>
                  <a:pt x="723" y="2591"/>
                </a:lnTo>
                <a:lnTo>
                  <a:pt x="785" y="2650"/>
                </a:lnTo>
                <a:lnTo>
                  <a:pt x="850" y="2704"/>
                </a:lnTo>
                <a:lnTo>
                  <a:pt x="919" y="2753"/>
                </a:lnTo>
                <a:lnTo>
                  <a:pt x="991" y="2799"/>
                </a:lnTo>
                <a:lnTo>
                  <a:pt x="1067" y="2840"/>
                </a:lnTo>
                <a:lnTo>
                  <a:pt x="1145" y="2875"/>
                </a:lnTo>
                <a:lnTo>
                  <a:pt x="1226" y="2907"/>
                </a:lnTo>
                <a:lnTo>
                  <a:pt x="1308" y="2933"/>
                </a:lnTo>
                <a:lnTo>
                  <a:pt x="1394" y="2954"/>
                </a:lnTo>
                <a:lnTo>
                  <a:pt x="1481" y="2968"/>
                </a:lnTo>
                <a:lnTo>
                  <a:pt x="1570" y="2978"/>
                </a:lnTo>
                <a:lnTo>
                  <a:pt x="1661" y="2981"/>
                </a:lnTo>
                <a:lnTo>
                  <a:pt x="1751" y="2978"/>
                </a:lnTo>
                <a:lnTo>
                  <a:pt x="1840" y="2968"/>
                </a:lnTo>
                <a:lnTo>
                  <a:pt x="1927" y="2954"/>
                </a:lnTo>
                <a:lnTo>
                  <a:pt x="2013" y="2933"/>
                </a:lnTo>
                <a:lnTo>
                  <a:pt x="2095" y="2907"/>
                </a:lnTo>
                <a:lnTo>
                  <a:pt x="2176" y="2875"/>
                </a:lnTo>
                <a:lnTo>
                  <a:pt x="2254" y="2840"/>
                </a:lnTo>
                <a:lnTo>
                  <a:pt x="2330" y="2799"/>
                </a:lnTo>
                <a:lnTo>
                  <a:pt x="2402" y="2753"/>
                </a:lnTo>
                <a:lnTo>
                  <a:pt x="2471" y="2704"/>
                </a:lnTo>
                <a:lnTo>
                  <a:pt x="2536" y="2650"/>
                </a:lnTo>
                <a:lnTo>
                  <a:pt x="2598" y="2591"/>
                </a:lnTo>
                <a:lnTo>
                  <a:pt x="2657" y="2529"/>
                </a:lnTo>
                <a:lnTo>
                  <a:pt x="2711" y="2464"/>
                </a:lnTo>
                <a:lnTo>
                  <a:pt x="2760" y="2396"/>
                </a:lnTo>
                <a:lnTo>
                  <a:pt x="2807" y="2323"/>
                </a:lnTo>
                <a:lnTo>
                  <a:pt x="2848" y="2248"/>
                </a:lnTo>
                <a:lnTo>
                  <a:pt x="2883" y="2170"/>
                </a:lnTo>
                <a:lnTo>
                  <a:pt x="2914" y="2090"/>
                </a:lnTo>
                <a:lnTo>
                  <a:pt x="2941" y="2007"/>
                </a:lnTo>
                <a:lnTo>
                  <a:pt x="2962" y="1922"/>
                </a:lnTo>
                <a:lnTo>
                  <a:pt x="2976" y="1835"/>
                </a:lnTo>
                <a:lnTo>
                  <a:pt x="2986" y="1746"/>
                </a:lnTo>
                <a:lnTo>
                  <a:pt x="2989" y="1656"/>
                </a:lnTo>
                <a:lnTo>
                  <a:pt x="3321" y="1656"/>
                </a:lnTo>
                <a:lnTo>
                  <a:pt x="3318" y="1756"/>
                </a:lnTo>
                <a:lnTo>
                  <a:pt x="3309" y="1856"/>
                </a:lnTo>
                <a:lnTo>
                  <a:pt x="3294" y="1952"/>
                </a:lnTo>
                <a:lnTo>
                  <a:pt x="3274" y="2047"/>
                </a:lnTo>
                <a:lnTo>
                  <a:pt x="3248" y="2141"/>
                </a:lnTo>
                <a:lnTo>
                  <a:pt x="3216" y="2232"/>
                </a:lnTo>
                <a:lnTo>
                  <a:pt x="3180" y="2320"/>
                </a:lnTo>
                <a:lnTo>
                  <a:pt x="3139" y="2407"/>
                </a:lnTo>
                <a:lnTo>
                  <a:pt x="3094" y="2490"/>
                </a:lnTo>
                <a:lnTo>
                  <a:pt x="3043" y="2570"/>
                </a:lnTo>
                <a:lnTo>
                  <a:pt x="2988" y="2648"/>
                </a:lnTo>
                <a:lnTo>
                  <a:pt x="2930" y="2721"/>
                </a:lnTo>
                <a:lnTo>
                  <a:pt x="2866" y="2791"/>
                </a:lnTo>
                <a:lnTo>
                  <a:pt x="2799" y="2858"/>
                </a:lnTo>
                <a:lnTo>
                  <a:pt x="2728" y="2922"/>
                </a:lnTo>
                <a:lnTo>
                  <a:pt x="2655" y="2980"/>
                </a:lnTo>
                <a:lnTo>
                  <a:pt x="2577" y="3035"/>
                </a:lnTo>
                <a:lnTo>
                  <a:pt x="2497" y="3085"/>
                </a:lnTo>
                <a:lnTo>
                  <a:pt x="2413" y="3130"/>
                </a:lnTo>
                <a:lnTo>
                  <a:pt x="2327" y="3171"/>
                </a:lnTo>
                <a:lnTo>
                  <a:pt x="2238" y="3208"/>
                </a:lnTo>
                <a:lnTo>
                  <a:pt x="2147" y="3239"/>
                </a:lnTo>
                <a:lnTo>
                  <a:pt x="2053" y="3265"/>
                </a:lnTo>
                <a:lnTo>
                  <a:pt x="1957" y="3285"/>
                </a:lnTo>
                <a:lnTo>
                  <a:pt x="1861" y="3300"/>
                </a:lnTo>
                <a:lnTo>
                  <a:pt x="1761" y="3309"/>
                </a:lnTo>
                <a:lnTo>
                  <a:pt x="1661" y="3312"/>
                </a:lnTo>
                <a:lnTo>
                  <a:pt x="1560" y="3309"/>
                </a:lnTo>
                <a:lnTo>
                  <a:pt x="1460" y="3300"/>
                </a:lnTo>
                <a:lnTo>
                  <a:pt x="1364" y="3285"/>
                </a:lnTo>
                <a:lnTo>
                  <a:pt x="1268" y="3265"/>
                </a:lnTo>
                <a:lnTo>
                  <a:pt x="1174" y="3239"/>
                </a:lnTo>
                <a:lnTo>
                  <a:pt x="1083" y="3208"/>
                </a:lnTo>
                <a:lnTo>
                  <a:pt x="994" y="3171"/>
                </a:lnTo>
                <a:lnTo>
                  <a:pt x="908" y="3130"/>
                </a:lnTo>
                <a:lnTo>
                  <a:pt x="824" y="3085"/>
                </a:lnTo>
                <a:lnTo>
                  <a:pt x="744" y="3035"/>
                </a:lnTo>
                <a:lnTo>
                  <a:pt x="666" y="2980"/>
                </a:lnTo>
                <a:lnTo>
                  <a:pt x="593" y="2922"/>
                </a:lnTo>
                <a:lnTo>
                  <a:pt x="522" y="2858"/>
                </a:lnTo>
                <a:lnTo>
                  <a:pt x="455" y="2791"/>
                </a:lnTo>
                <a:lnTo>
                  <a:pt x="391" y="2721"/>
                </a:lnTo>
                <a:lnTo>
                  <a:pt x="333" y="2648"/>
                </a:lnTo>
                <a:lnTo>
                  <a:pt x="278" y="2570"/>
                </a:lnTo>
                <a:lnTo>
                  <a:pt x="227" y="2490"/>
                </a:lnTo>
                <a:lnTo>
                  <a:pt x="182" y="2407"/>
                </a:lnTo>
                <a:lnTo>
                  <a:pt x="141" y="2320"/>
                </a:lnTo>
                <a:lnTo>
                  <a:pt x="105" y="2232"/>
                </a:lnTo>
                <a:lnTo>
                  <a:pt x="73" y="2141"/>
                </a:lnTo>
                <a:lnTo>
                  <a:pt x="47" y="2047"/>
                </a:lnTo>
                <a:lnTo>
                  <a:pt x="27" y="1952"/>
                </a:lnTo>
                <a:lnTo>
                  <a:pt x="12" y="1856"/>
                </a:lnTo>
                <a:lnTo>
                  <a:pt x="3" y="1756"/>
                </a:lnTo>
                <a:lnTo>
                  <a:pt x="0" y="1656"/>
                </a:lnTo>
                <a:lnTo>
                  <a:pt x="3" y="1556"/>
                </a:lnTo>
                <a:lnTo>
                  <a:pt x="12" y="1456"/>
                </a:lnTo>
                <a:lnTo>
                  <a:pt x="27" y="1360"/>
                </a:lnTo>
                <a:lnTo>
                  <a:pt x="47" y="1265"/>
                </a:lnTo>
                <a:lnTo>
                  <a:pt x="73" y="1171"/>
                </a:lnTo>
                <a:lnTo>
                  <a:pt x="105" y="1080"/>
                </a:lnTo>
                <a:lnTo>
                  <a:pt x="141" y="992"/>
                </a:lnTo>
                <a:lnTo>
                  <a:pt x="182" y="905"/>
                </a:lnTo>
                <a:lnTo>
                  <a:pt x="227" y="822"/>
                </a:lnTo>
                <a:lnTo>
                  <a:pt x="278" y="742"/>
                </a:lnTo>
                <a:lnTo>
                  <a:pt x="333" y="664"/>
                </a:lnTo>
                <a:lnTo>
                  <a:pt x="391" y="591"/>
                </a:lnTo>
                <a:lnTo>
                  <a:pt x="455" y="521"/>
                </a:lnTo>
                <a:lnTo>
                  <a:pt x="522" y="454"/>
                </a:lnTo>
                <a:lnTo>
                  <a:pt x="593" y="390"/>
                </a:lnTo>
                <a:lnTo>
                  <a:pt x="666" y="332"/>
                </a:lnTo>
                <a:lnTo>
                  <a:pt x="744" y="277"/>
                </a:lnTo>
                <a:lnTo>
                  <a:pt x="824" y="227"/>
                </a:lnTo>
                <a:lnTo>
                  <a:pt x="908" y="182"/>
                </a:lnTo>
                <a:lnTo>
                  <a:pt x="994" y="141"/>
                </a:lnTo>
                <a:lnTo>
                  <a:pt x="1083" y="104"/>
                </a:lnTo>
                <a:lnTo>
                  <a:pt x="1174" y="73"/>
                </a:lnTo>
                <a:lnTo>
                  <a:pt x="1268" y="47"/>
                </a:lnTo>
                <a:lnTo>
                  <a:pt x="1364" y="27"/>
                </a:lnTo>
                <a:lnTo>
                  <a:pt x="1460" y="12"/>
                </a:lnTo>
                <a:lnTo>
                  <a:pt x="1560" y="3"/>
                </a:lnTo>
                <a:lnTo>
                  <a:pt x="1661" y="0"/>
                </a:lnTo>
                <a:close/>
              </a:path>
            </a:pathLst>
          </a:custGeom>
          <a:solidFill>
            <a:srgbClr val="93C9E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>
              <a:solidFill>
                <a:prstClr val="black"/>
              </a:solidFill>
            </a:endParaRPr>
          </a:p>
        </p:txBody>
      </p:sp>
      <p:sp>
        <p:nvSpPr>
          <p:cNvPr id="13" name="Freeform 6"/>
          <p:cNvSpPr>
            <a:spLocks noEditPoints="1"/>
          </p:cNvSpPr>
          <p:nvPr/>
        </p:nvSpPr>
        <p:spPr bwMode="auto">
          <a:xfrm>
            <a:off x="7155012" y="2743051"/>
            <a:ext cx="368075" cy="367078"/>
          </a:xfrm>
          <a:custGeom>
            <a:avLst/>
            <a:gdLst>
              <a:gd name="T0" fmla="*/ 1494 w 3321"/>
              <a:gd name="T1" fmla="*/ 2318 h 3312"/>
              <a:gd name="T2" fmla="*/ 1494 w 3321"/>
              <a:gd name="T3" fmla="*/ 1855 h 3312"/>
              <a:gd name="T4" fmla="*/ 1753 w 3321"/>
              <a:gd name="T5" fmla="*/ 3 h 3312"/>
              <a:gd name="T6" fmla="*/ 2027 w 3321"/>
              <a:gd name="T7" fmla="*/ 42 h 3312"/>
              <a:gd name="T8" fmla="*/ 2291 w 3321"/>
              <a:gd name="T9" fmla="*/ 115 h 3312"/>
              <a:gd name="T10" fmla="*/ 1885 w 3321"/>
              <a:gd name="T11" fmla="*/ 349 h 3312"/>
              <a:gd name="T12" fmla="*/ 1661 w 3321"/>
              <a:gd name="T13" fmla="*/ 331 h 3312"/>
              <a:gd name="T14" fmla="*/ 1394 w 3321"/>
              <a:gd name="T15" fmla="*/ 358 h 3312"/>
              <a:gd name="T16" fmla="*/ 1145 w 3321"/>
              <a:gd name="T17" fmla="*/ 437 h 3312"/>
              <a:gd name="T18" fmla="*/ 919 w 3321"/>
              <a:gd name="T19" fmla="*/ 559 h 3312"/>
              <a:gd name="T20" fmla="*/ 723 w 3321"/>
              <a:gd name="T21" fmla="*/ 721 h 3312"/>
              <a:gd name="T22" fmla="*/ 561 w 3321"/>
              <a:gd name="T23" fmla="*/ 916 h 3312"/>
              <a:gd name="T24" fmla="*/ 438 w 3321"/>
              <a:gd name="T25" fmla="*/ 1142 h 3312"/>
              <a:gd name="T26" fmla="*/ 359 w 3321"/>
              <a:gd name="T27" fmla="*/ 1390 h 3312"/>
              <a:gd name="T28" fmla="*/ 332 w 3321"/>
              <a:gd name="T29" fmla="*/ 1656 h 3312"/>
              <a:gd name="T30" fmla="*/ 359 w 3321"/>
              <a:gd name="T31" fmla="*/ 1922 h 3312"/>
              <a:gd name="T32" fmla="*/ 438 w 3321"/>
              <a:gd name="T33" fmla="*/ 2170 h 3312"/>
              <a:gd name="T34" fmla="*/ 561 w 3321"/>
              <a:gd name="T35" fmla="*/ 2396 h 3312"/>
              <a:gd name="T36" fmla="*/ 723 w 3321"/>
              <a:gd name="T37" fmla="*/ 2591 h 3312"/>
              <a:gd name="T38" fmla="*/ 919 w 3321"/>
              <a:gd name="T39" fmla="*/ 2753 h 3312"/>
              <a:gd name="T40" fmla="*/ 1145 w 3321"/>
              <a:gd name="T41" fmla="*/ 2875 h 3312"/>
              <a:gd name="T42" fmla="*/ 1394 w 3321"/>
              <a:gd name="T43" fmla="*/ 2954 h 3312"/>
              <a:gd name="T44" fmla="*/ 1661 w 3321"/>
              <a:gd name="T45" fmla="*/ 2981 h 3312"/>
              <a:gd name="T46" fmla="*/ 1927 w 3321"/>
              <a:gd name="T47" fmla="*/ 2954 h 3312"/>
              <a:gd name="T48" fmla="*/ 2176 w 3321"/>
              <a:gd name="T49" fmla="*/ 2875 h 3312"/>
              <a:gd name="T50" fmla="*/ 2402 w 3321"/>
              <a:gd name="T51" fmla="*/ 2753 h 3312"/>
              <a:gd name="T52" fmla="*/ 2598 w 3321"/>
              <a:gd name="T53" fmla="*/ 2591 h 3312"/>
              <a:gd name="T54" fmla="*/ 2760 w 3321"/>
              <a:gd name="T55" fmla="*/ 2396 h 3312"/>
              <a:gd name="T56" fmla="*/ 2883 w 3321"/>
              <a:gd name="T57" fmla="*/ 2170 h 3312"/>
              <a:gd name="T58" fmla="*/ 2962 w 3321"/>
              <a:gd name="T59" fmla="*/ 1922 h 3312"/>
              <a:gd name="T60" fmla="*/ 2989 w 3321"/>
              <a:gd name="T61" fmla="*/ 1656 h 3312"/>
              <a:gd name="T62" fmla="*/ 3309 w 3321"/>
              <a:gd name="T63" fmla="*/ 1856 h 3312"/>
              <a:gd name="T64" fmla="*/ 3248 w 3321"/>
              <a:gd name="T65" fmla="*/ 2141 h 3312"/>
              <a:gd name="T66" fmla="*/ 3139 w 3321"/>
              <a:gd name="T67" fmla="*/ 2407 h 3312"/>
              <a:gd name="T68" fmla="*/ 2988 w 3321"/>
              <a:gd name="T69" fmla="*/ 2648 h 3312"/>
              <a:gd name="T70" fmla="*/ 2799 w 3321"/>
              <a:gd name="T71" fmla="*/ 2858 h 3312"/>
              <a:gd name="T72" fmla="*/ 2577 w 3321"/>
              <a:gd name="T73" fmla="*/ 3035 h 3312"/>
              <a:gd name="T74" fmla="*/ 2327 w 3321"/>
              <a:gd name="T75" fmla="*/ 3171 h 3312"/>
              <a:gd name="T76" fmla="*/ 2053 w 3321"/>
              <a:gd name="T77" fmla="*/ 3265 h 3312"/>
              <a:gd name="T78" fmla="*/ 1761 w 3321"/>
              <a:gd name="T79" fmla="*/ 3309 h 3312"/>
              <a:gd name="T80" fmla="*/ 1460 w 3321"/>
              <a:gd name="T81" fmla="*/ 3300 h 3312"/>
              <a:gd name="T82" fmla="*/ 1174 w 3321"/>
              <a:gd name="T83" fmla="*/ 3239 h 3312"/>
              <a:gd name="T84" fmla="*/ 908 w 3321"/>
              <a:gd name="T85" fmla="*/ 3130 h 3312"/>
              <a:gd name="T86" fmla="*/ 666 w 3321"/>
              <a:gd name="T87" fmla="*/ 2980 h 3312"/>
              <a:gd name="T88" fmla="*/ 455 w 3321"/>
              <a:gd name="T89" fmla="*/ 2791 h 3312"/>
              <a:gd name="T90" fmla="*/ 278 w 3321"/>
              <a:gd name="T91" fmla="*/ 2570 h 3312"/>
              <a:gd name="T92" fmla="*/ 141 w 3321"/>
              <a:gd name="T93" fmla="*/ 2320 h 3312"/>
              <a:gd name="T94" fmla="*/ 47 w 3321"/>
              <a:gd name="T95" fmla="*/ 2047 h 3312"/>
              <a:gd name="T96" fmla="*/ 3 w 3321"/>
              <a:gd name="T97" fmla="*/ 1756 h 3312"/>
              <a:gd name="T98" fmla="*/ 12 w 3321"/>
              <a:gd name="T99" fmla="*/ 1456 h 3312"/>
              <a:gd name="T100" fmla="*/ 73 w 3321"/>
              <a:gd name="T101" fmla="*/ 1171 h 3312"/>
              <a:gd name="T102" fmla="*/ 182 w 3321"/>
              <a:gd name="T103" fmla="*/ 905 h 3312"/>
              <a:gd name="T104" fmla="*/ 333 w 3321"/>
              <a:gd name="T105" fmla="*/ 664 h 3312"/>
              <a:gd name="T106" fmla="*/ 522 w 3321"/>
              <a:gd name="T107" fmla="*/ 454 h 3312"/>
              <a:gd name="T108" fmla="*/ 744 w 3321"/>
              <a:gd name="T109" fmla="*/ 277 h 3312"/>
              <a:gd name="T110" fmla="*/ 994 w 3321"/>
              <a:gd name="T111" fmla="*/ 141 h 3312"/>
              <a:gd name="T112" fmla="*/ 1268 w 3321"/>
              <a:gd name="T113" fmla="*/ 47 h 3312"/>
              <a:gd name="T114" fmla="*/ 1560 w 3321"/>
              <a:gd name="T115" fmla="*/ 3 h 3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21" h="3312">
                <a:moveTo>
                  <a:pt x="2922" y="431"/>
                </a:moveTo>
                <a:lnTo>
                  <a:pt x="3155" y="662"/>
                </a:lnTo>
                <a:lnTo>
                  <a:pt x="1494" y="2318"/>
                </a:lnTo>
                <a:lnTo>
                  <a:pt x="748" y="1574"/>
                </a:lnTo>
                <a:lnTo>
                  <a:pt x="979" y="1341"/>
                </a:lnTo>
                <a:lnTo>
                  <a:pt x="1494" y="1855"/>
                </a:lnTo>
                <a:lnTo>
                  <a:pt x="2922" y="431"/>
                </a:lnTo>
                <a:close/>
                <a:moveTo>
                  <a:pt x="1661" y="0"/>
                </a:moveTo>
                <a:lnTo>
                  <a:pt x="1753" y="3"/>
                </a:lnTo>
                <a:lnTo>
                  <a:pt x="1845" y="11"/>
                </a:lnTo>
                <a:lnTo>
                  <a:pt x="1936" y="25"/>
                </a:lnTo>
                <a:lnTo>
                  <a:pt x="2027" y="42"/>
                </a:lnTo>
                <a:lnTo>
                  <a:pt x="2116" y="63"/>
                </a:lnTo>
                <a:lnTo>
                  <a:pt x="2205" y="88"/>
                </a:lnTo>
                <a:lnTo>
                  <a:pt x="2291" y="115"/>
                </a:lnTo>
                <a:lnTo>
                  <a:pt x="2026" y="380"/>
                </a:lnTo>
                <a:lnTo>
                  <a:pt x="1956" y="363"/>
                </a:lnTo>
                <a:lnTo>
                  <a:pt x="1885" y="349"/>
                </a:lnTo>
                <a:lnTo>
                  <a:pt x="1813" y="339"/>
                </a:lnTo>
                <a:lnTo>
                  <a:pt x="1738" y="333"/>
                </a:lnTo>
                <a:lnTo>
                  <a:pt x="1661" y="331"/>
                </a:lnTo>
                <a:lnTo>
                  <a:pt x="1570" y="334"/>
                </a:lnTo>
                <a:lnTo>
                  <a:pt x="1481" y="344"/>
                </a:lnTo>
                <a:lnTo>
                  <a:pt x="1394" y="358"/>
                </a:lnTo>
                <a:lnTo>
                  <a:pt x="1308" y="379"/>
                </a:lnTo>
                <a:lnTo>
                  <a:pt x="1226" y="405"/>
                </a:lnTo>
                <a:lnTo>
                  <a:pt x="1145" y="437"/>
                </a:lnTo>
                <a:lnTo>
                  <a:pt x="1067" y="472"/>
                </a:lnTo>
                <a:lnTo>
                  <a:pt x="991" y="513"/>
                </a:lnTo>
                <a:lnTo>
                  <a:pt x="919" y="559"/>
                </a:lnTo>
                <a:lnTo>
                  <a:pt x="850" y="608"/>
                </a:lnTo>
                <a:lnTo>
                  <a:pt x="785" y="662"/>
                </a:lnTo>
                <a:lnTo>
                  <a:pt x="723" y="721"/>
                </a:lnTo>
                <a:lnTo>
                  <a:pt x="664" y="783"/>
                </a:lnTo>
                <a:lnTo>
                  <a:pt x="610" y="848"/>
                </a:lnTo>
                <a:lnTo>
                  <a:pt x="561" y="916"/>
                </a:lnTo>
                <a:lnTo>
                  <a:pt x="514" y="989"/>
                </a:lnTo>
                <a:lnTo>
                  <a:pt x="473" y="1064"/>
                </a:lnTo>
                <a:lnTo>
                  <a:pt x="438" y="1142"/>
                </a:lnTo>
                <a:lnTo>
                  <a:pt x="407" y="1222"/>
                </a:lnTo>
                <a:lnTo>
                  <a:pt x="380" y="1305"/>
                </a:lnTo>
                <a:lnTo>
                  <a:pt x="359" y="1390"/>
                </a:lnTo>
                <a:lnTo>
                  <a:pt x="345" y="1477"/>
                </a:lnTo>
                <a:lnTo>
                  <a:pt x="335" y="1566"/>
                </a:lnTo>
                <a:lnTo>
                  <a:pt x="332" y="1656"/>
                </a:lnTo>
                <a:lnTo>
                  <a:pt x="335" y="1746"/>
                </a:lnTo>
                <a:lnTo>
                  <a:pt x="345" y="1835"/>
                </a:lnTo>
                <a:lnTo>
                  <a:pt x="359" y="1922"/>
                </a:lnTo>
                <a:lnTo>
                  <a:pt x="380" y="2007"/>
                </a:lnTo>
                <a:lnTo>
                  <a:pt x="407" y="2090"/>
                </a:lnTo>
                <a:lnTo>
                  <a:pt x="438" y="2170"/>
                </a:lnTo>
                <a:lnTo>
                  <a:pt x="473" y="2248"/>
                </a:lnTo>
                <a:lnTo>
                  <a:pt x="514" y="2323"/>
                </a:lnTo>
                <a:lnTo>
                  <a:pt x="561" y="2396"/>
                </a:lnTo>
                <a:lnTo>
                  <a:pt x="610" y="2464"/>
                </a:lnTo>
                <a:lnTo>
                  <a:pt x="664" y="2529"/>
                </a:lnTo>
                <a:lnTo>
                  <a:pt x="723" y="2591"/>
                </a:lnTo>
                <a:lnTo>
                  <a:pt x="785" y="2650"/>
                </a:lnTo>
                <a:lnTo>
                  <a:pt x="850" y="2704"/>
                </a:lnTo>
                <a:lnTo>
                  <a:pt x="919" y="2753"/>
                </a:lnTo>
                <a:lnTo>
                  <a:pt x="991" y="2799"/>
                </a:lnTo>
                <a:lnTo>
                  <a:pt x="1067" y="2840"/>
                </a:lnTo>
                <a:lnTo>
                  <a:pt x="1145" y="2875"/>
                </a:lnTo>
                <a:lnTo>
                  <a:pt x="1226" y="2907"/>
                </a:lnTo>
                <a:lnTo>
                  <a:pt x="1308" y="2933"/>
                </a:lnTo>
                <a:lnTo>
                  <a:pt x="1394" y="2954"/>
                </a:lnTo>
                <a:lnTo>
                  <a:pt x="1481" y="2968"/>
                </a:lnTo>
                <a:lnTo>
                  <a:pt x="1570" y="2978"/>
                </a:lnTo>
                <a:lnTo>
                  <a:pt x="1661" y="2981"/>
                </a:lnTo>
                <a:lnTo>
                  <a:pt x="1751" y="2978"/>
                </a:lnTo>
                <a:lnTo>
                  <a:pt x="1840" y="2968"/>
                </a:lnTo>
                <a:lnTo>
                  <a:pt x="1927" y="2954"/>
                </a:lnTo>
                <a:lnTo>
                  <a:pt x="2013" y="2933"/>
                </a:lnTo>
                <a:lnTo>
                  <a:pt x="2095" y="2907"/>
                </a:lnTo>
                <a:lnTo>
                  <a:pt x="2176" y="2875"/>
                </a:lnTo>
                <a:lnTo>
                  <a:pt x="2254" y="2840"/>
                </a:lnTo>
                <a:lnTo>
                  <a:pt x="2330" y="2799"/>
                </a:lnTo>
                <a:lnTo>
                  <a:pt x="2402" y="2753"/>
                </a:lnTo>
                <a:lnTo>
                  <a:pt x="2471" y="2704"/>
                </a:lnTo>
                <a:lnTo>
                  <a:pt x="2536" y="2650"/>
                </a:lnTo>
                <a:lnTo>
                  <a:pt x="2598" y="2591"/>
                </a:lnTo>
                <a:lnTo>
                  <a:pt x="2657" y="2529"/>
                </a:lnTo>
                <a:lnTo>
                  <a:pt x="2711" y="2464"/>
                </a:lnTo>
                <a:lnTo>
                  <a:pt x="2760" y="2396"/>
                </a:lnTo>
                <a:lnTo>
                  <a:pt x="2807" y="2323"/>
                </a:lnTo>
                <a:lnTo>
                  <a:pt x="2848" y="2248"/>
                </a:lnTo>
                <a:lnTo>
                  <a:pt x="2883" y="2170"/>
                </a:lnTo>
                <a:lnTo>
                  <a:pt x="2914" y="2090"/>
                </a:lnTo>
                <a:lnTo>
                  <a:pt x="2941" y="2007"/>
                </a:lnTo>
                <a:lnTo>
                  <a:pt x="2962" y="1922"/>
                </a:lnTo>
                <a:lnTo>
                  <a:pt x="2976" y="1835"/>
                </a:lnTo>
                <a:lnTo>
                  <a:pt x="2986" y="1746"/>
                </a:lnTo>
                <a:lnTo>
                  <a:pt x="2989" y="1656"/>
                </a:lnTo>
                <a:lnTo>
                  <a:pt x="3321" y="1656"/>
                </a:lnTo>
                <a:lnTo>
                  <a:pt x="3318" y="1756"/>
                </a:lnTo>
                <a:lnTo>
                  <a:pt x="3309" y="1856"/>
                </a:lnTo>
                <a:lnTo>
                  <a:pt x="3294" y="1952"/>
                </a:lnTo>
                <a:lnTo>
                  <a:pt x="3274" y="2047"/>
                </a:lnTo>
                <a:lnTo>
                  <a:pt x="3248" y="2141"/>
                </a:lnTo>
                <a:lnTo>
                  <a:pt x="3216" y="2232"/>
                </a:lnTo>
                <a:lnTo>
                  <a:pt x="3180" y="2320"/>
                </a:lnTo>
                <a:lnTo>
                  <a:pt x="3139" y="2407"/>
                </a:lnTo>
                <a:lnTo>
                  <a:pt x="3094" y="2490"/>
                </a:lnTo>
                <a:lnTo>
                  <a:pt x="3043" y="2570"/>
                </a:lnTo>
                <a:lnTo>
                  <a:pt x="2988" y="2648"/>
                </a:lnTo>
                <a:lnTo>
                  <a:pt x="2930" y="2721"/>
                </a:lnTo>
                <a:lnTo>
                  <a:pt x="2866" y="2791"/>
                </a:lnTo>
                <a:lnTo>
                  <a:pt x="2799" y="2858"/>
                </a:lnTo>
                <a:lnTo>
                  <a:pt x="2728" y="2922"/>
                </a:lnTo>
                <a:lnTo>
                  <a:pt x="2655" y="2980"/>
                </a:lnTo>
                <a:lnTo>
                  <a:pt x="2577" y="3035"/>
                </a:lnTo>
                <a:lnTo>
                  <a:pt x="2497" y="3085"/>
                </a:lnTo>
                <a:lnTo>
                  <a:pt x="2413" y="3130"/>
                </a:lnTo>
                <a:lnTo>
                  <a:pt x="2327" y="3171"/>
                </a:lnTo>
                <a:lnTo>
                  <a:pt x="2238" y="3208"/>
                </a:lnTo>
                <a:lnTo>
                  <a:pt x="2147" y="3239"/>
                </a:lnTo>
                <a:lnTo>
                  <a:pt x="2053" y="3265"/>
                </a:lnTo>
                <a:lnTo>
                  <a:pt x="1957" y="3285"/>
                </a:lnTo>
                <a:lnTo>
                  <a:pt x="1861" y="3300"/>
                </a:lnTo>
                <a:lnTo>
                  <a:pt x="1761" y="3309"/>
                </a:lnTo>
                <a:lnTo>
                  <a:pt x="1661" y="3312"/>
                </a:lnTo>
                <a:lnTo>
                  <a:pt x="1560" y="3309"/>
                </a:lnTo>
                <a:lnTo>
                  <a:pt x="1460" y="3300"/>
                </a:lnTo>
                <a:lnTo>
                  <a:pt x="1364" y="3285"/>
                </a:lnTo>
                <a:lnTo>
                  <a:pt x="1268" y="3265"/>
                </a:lnTo>
                <a:lnTo>
                  <a:pt x="1174" y="3239"/>
                </a:lnTo>
                <a:lnTo>
                  <a:pt x="1083" y="3208"/>
                </a:lnTo>
                <a:lnTo>
                  <a:pt x="994" y="3171"/>
                </a:lnTo>
                <a:lnTo>
                  <a:pt x="908" y="3130"/>
                </a:lnTo>
                <a:lnTo>
                  <a:pt x="824" y="3085"/>
                </a:lnTo>
                <a:lnTo>
                  <a:pt x="744" y="3035"/>
                </a:lnTo>
                <a:lnTo>
                  <a:pt x="666" y="2980"/>
                </a:lnTo>
                <a:lnTo>
                  <a:pt x="593" y="2922"/>
                </a:lnTo>
                <a:lnTo>
                  <a:pt x="522" y="2858"/>
                </a:lnTo>
                <a:lnTo>
                  <a:pt x="455" y="2791"/>
                </a:lnTo>
                <a:lnTo>
                  <a:pt x="391" y="2721"/>
                </a:lnTo>
                <a:lnTo>
                  <a:pt x="333" y="2648"/>
                </a:lnTo>
                <a:lnTo>
                  <a:pt x="278" y="2570"/>
                </a:lnTo>
                <a:lnTo>
                  <a:pt x="227" y="2490"/>
                </a:lnTo>
                <a:lnTo>
                  <a:pt x="182" y="2407"/>
                </a:lnTo>
                <a:lnTo>
                  <a:pt x="141" y="2320"/>
                </a:lnTo>
                <a:lnTo>
                  <a:pt x="105" y="2232"/>
                </a:lnTo>
                <a:lnTo>
                  <a:pt x="73" y="2141"/>
                </a:lnTo>
                <a:lnTo>
                  <a:pt x="47" y="2047"/>
                </a:lnTo>
                <a:lnTo>
                  <a:pt x="27" y="1952"/>
                </a:lnTo>
                <a:lnTo>
                  <a:pt x="12" y="1856"/>
                </a:lnTo>
                <a:lnTo>
                  <a:pt x="3" y="1756"/>
                </a:lnTo>
                <a:lnTo>
                  <a:pt x="0" y="1656"/>
                </a:lnTo>
                <a:lnTo>
                  <a:pt x="3" y="1556"/>
                </a:lnTo>
                <a:lnTo>
                  <a:pt x="12" y="1456"/>
                </a:lnTo>
                <a:lnTo>
                  <a:pt x="27" y="1360"/>
                </a:lnTo>
                <a:lnTo>
                  <a:pt x="47" y="1265"/>
                </a:lnTo>
                <a:lnTo>
                  <a:pt x="73" y="1171"/>
                </a:lnTo>
                <a:lnTo>
                  <a:pt x="105" y="1080"/>
                </a:lnTo>
                <a:lnTo>
                  <a:pt x="141" y="992"/>
                </a:lnTo>
                <a:lnTo>
                  <a:pt x="182" y="905"/>
                </a:lnTo>
                <a:lnTo>
                  <a:pt x="227" y="822"/>
                </a:lnTo>
                <a:lnTo>
                  <a:pt x="278" y="742"/>
                </a:lnTo>
                <a:lnTo>
                  <a:pt x="333" y="664"/>
                </a:lnTo>
                <a:lnTo>
                  <a:pt x="391" y="591"/>
                </a:lnTo>
                <a:lnTo>
                  <a:pt x="455" y="521"/>
                </a:lnTo>
                <a:lnTo>
                  <a:pt x="522" y="454"/>
                </a:lnTo>
                <a:lnTo>
                  <a:pt x="593" y="390"/>
                </a:lnTo>
                <a:lnTo>
                  <a:pt x="666" y="332"/>
                </a:lnTo>
                <a:lnTo>
                  <a:pt x="744" y="277"/>
                </a:lnTo>
                <a:lnTo>
                  <a:pt x="824" y="227"/>
                </a:lnTo>
                <a:lnTo>
                  <a:pt x="908" y="182"/>
                </a:lnTo>
                <a:lnTo>
                  <a:pt x="994" y="141"/>
                </a:lnTo>
                <a:lnTo>
                  <a:pt x="1083" y="104"/>
                </a:lnTo>
                <a:lnTo>
                  <a:pt x="1174" y="73"/>
                </a:lnTo>
                <a:lnTo>
                  <a:pt x="1268" y="47"/>
                </a:lnTo>
                <a:lnTo>
                  <a:pt x="1364" y="27"/>
                </a:lnTo>
                <a:lnTo>
                  <a:pt x="1460" y="12"/>
                </a:lnTo>
                <a:lnTo>
                  <a:pt x="1560" y="3"/>
                </a:lnTo>
                <a:lnTo>
                  <a:pt x="1661" y="0"/>
                </a:lnTo>
                <a:close/>
              </a:path>
            </a:pathLst>
          </a:custGeom>
          <a:solidFill>
            <a:srgbClr val="93C9E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>
              <a:solidFill>
                <a:prstClr val="black"/>
              </a:solidFill>
            </a:endParaRPr>
          </a:p>
        </p:txBody>
      </p:sp>
      <p:sp>
        <p:nvSpPr>
          <p:cNvPr id="14" name="Freeform 6"/>
          <p:cNvSpPr>
            <a:spLocks noEditPoints="1"/>
          </p:cNvSpPr>
          <p:nvPr/>
        </p:nvSpPr>
        <p:spPr bwMode="auto">
          <a:xfrm>
            <a:off x="7155011" y="4761686"/>
            <a:ext cx="368075" cy="367078"/>
          </a:xfrm>
          <a:custGeom>
            <a:avLst/>
            <a:gdLst>
              <a:gd name="T0" fmla="*/ 1494 w 3321"/>
              <a:gd name="T1" fmla="*/ 2318 h 3312"/>
              <a:gd name="T2" fmla="*/ 1494 w 3321"/>
              <a:gd name="T3" fmla="*/ 1855 h 3312"/>
              <a:gd name="T4" fmla="*/ 1753 w 3321"/>
              <a:gd name="T5" fmla="*/ 3 h 3312"/>
              <a:gd name="T6" fmla="*/ 2027 w 3321"/>
              <a:gd name="T7" fmla="*/ 42 h 3312"/>
              <a:gd name="T8" fmla="*/ 2291 w 3321"/>
              <a:gd name="T9" fmla="*/ 115 h 3312"/>
              <a:gd name="T10" fmla="*/ 1885 w 3321"/>
              <a:gd name="T11" fmla="*/ 349 h 3312"/>
              <a:gd name="T12" fmla="*/ 1661 w 3321"/>
              <a:gd name="T13" fmla="*/ 331 h 3312"/>
              <a:gd name="T14" fmla="*/ 1394 w 3321"/>
              <a:gd name="T15" fmla="*/ 358 h 3312"/>
              <a:gd name="T16" fmla="*/ 1145 w 3321"/>
              <a:gd name="T17" fmla="*/ 437 h 3312"/>
              <a:gd name="T18" fmla="*/ 919 w 3321"/>
              <a:gd name="T19" fmla="*/ 559 h 3312"/>
              <a:gd name="T20" fmla="*/ 723 w 3321"/>
              <a:gd name="T21" fmla="*/ 721 h 3312"/>
              <a:gd name="T22" fmla="*/ 561 w 3321"/>
              <a:gd name="T23" fmla="*/ 916 h 3312"/>
              <a:gd name="T24" fmla="*/ 438 w 3321"/>
              <a:gd name="T25" fmla="*/ 1142 h 3312"/>
              <a:gd name="T26" fmla="*/ 359 w 3321"/>
              <a:gd name="T27" fmla="*/ 1390 h 3312"/>
              <a:gd name="T28" fmla="*/ 332 w 3321"/>
              <a:gd name="T29" fmla="*/ 1656 h 3312"/>
              <a:gd name="T30" fmla="*/ 359 w 3321"/>
              <a:gd name="T31" fmla="*/ 1922 h 3312"/>
              <a:gd name="T32" fmla="*/ 438 w 3321"/>
              <a:gd name="T33" fmla="*/ 2170 h 3312"/>
              <a:gd name="T34" fmla="*/ 561 w 3321"/>
              <a:gd name="T35" fmla="*/ 2396 h 3312"/>
              <a:gd name="T36" fmla="*/ 723 w 3321"/>
              <a:gd name="T37" fmla="*/ 2591 h 3312"/>
              <a:gd name="T38" fmla="*/ 919 w 3321"/>
              <a:gd name="T39" fmla="*/ 2753 h 3312"/>
              <a:gd name="T40" fmla="*/ 1145 w 3321"/>
              <a:gd name="T41" fmla="*/ 2875 h 3312"/>
              <a:gd name="T42" fmla="*/ 1394 w 3321"/>
              <a:gd name="T43" fmla="*/ 2954 h 3312"/>
              <a:gd name="T44" fmla="*/ 1661 w 3321"/>
              <a:gd name="T45" fmla="*/ 2981 h 3312"/>
              <a:gd name="T46" fmla="*/ 1927 w 3321"/>
              <a:gd name="T47" fmla="*/ 2954 h 3312"/>
              <a:gd name="T48" fmla="*/ 2176 w 3321"/>
              <a:gd name="T49" fmla="*/ 2875 h 3312"/>
              <a:gd name="T50" fmla="*/ 2402 w 3321"/>
              <a:gd name="T51" fmla="*/ 2753 h 3312"/>
              <a:gd name="T52" fmla="*/ 2598 w 3321"/>
              <a:gd name="T53" fmla="*/ 2591 h 3312"/>
              <a:gd name="T54" fmla="*/ 2760 w 3321"/>
              <a:gd name="T55" fmla="*/ 2396 h 3312"/>
              <a:gd name="T56" fmla="*/ 2883 w 3321"/>
              <a:gd name="T57" fmla="*/ 2170 h 3312"/>
              <a:gd name="T58" fmla="*/ 2962 w 3321"/>
              <a:gd name="T59" fmla="*/ 1922 h 3312"/>
              <a:gd name="T60" fmla="*/ 2989 w 3321"/>
              <a:gd name="T61" fmla="*/ 1656 h 3312"/>
              <a:gd name="T62" fmla="*/ 3309 w 3321"/>
              <a:gd name="T63" fmla="*/ 1856 h 3312"/>
              <a:gd name="T64" fmla="*/ 3248 w 3321"/>
              <a:gd name="T65" fmla="*/ 2141 h 3312"/>
              <a:gd name="T66" fmla="*/ 3139 w 3321"/>
              <a:gd name="T67" fmla="*/ 2407 h 3312"/>
              <a:gd name="T68" fmla="*/ 2988 w 3321"/>
              <a:gd name="T69" fmla="*/ 2648 h 3312"/>
              <a:gd name="T70" fmla="*/ 2799 w 3321"/>
              <a:gd name="T71" fmla="*/ 2858 h 3312"/>
              <a:gd name="T72" fmla="*/ 2577 w 3321"/>
              <a:gd name="T73" fmla="*/ 3035 h 3312"/>
              <a:gd name="T74" fmla="*/ 2327 w 3321"/>
              <a:gd name="T75" fmla="*/ 3171 h 3312"/>
              <a:gd name="T76" fmla="*/ 2053 w 3321"/>
              <a:gd name="T77" fmla="*/ 3265 h 3312"/>
              <a:gd name="T78" fmla="*/ 1761 w 3321"/>
              <a:gd name="T79" fmla="*/ 3309 h 3312"/>
              <a:gd name="T80" fmla="*/ 1460 w 3321"/>
              <a:gd name="T81" fmla="*/ 3300 h 3312"/>
              <a:gd name="T82" fmla="*/ 1174 w 3321"/>
              <a:gd name="T83" fmla="*/ 3239 h 3312"/>
              <a:gd name="T84" fmla="*/ 908 w 3321"/>
              <a:gd name="T85" fmla="*/ 3130 h 3312"/>
              <a:gd name="T86" fmla="*/ 666 w 3321"/>
              <a:gd name="T87" fmla="*/ 2980 h 3312"/>
              <a:gd name="T88" fmla="*/ 455 w 3321"/>
              <a:gd name="T89" fmla="*/ 2791 h 3312"/>
              <a:gd name="T90" fmla="*/ 278 w 3321"/>
              <a:gd name="T91" fmla="*/ 2570 h 3312"/>
              <a:gd name="T92" fmla="*/ 141 w 3321"/>
              <a:gd name="T93" fmla="*/ 2320 h 3312"/>
              <a:gd name="T94" fmla="*/ 47 w 3321"/>
              <a:gd name="T95" fmla="*/ 2047 h 3312"/>
              <a:gd name="T96" fmla="*/ 3 w 3321"/>
              <a:gd name="T97" fmla="*/ 1756 h 3312"/>
              <a:gd name="T98" fmla="*/ 12 w 3321"/>
              <a:gd name="T99" fmla="*/ 1456 h 3312"/>
              <a:gd name="T100" fmla="*/ 73 w 3321"/>
              <a:gd name="T101" fmla="*/ 1171 h 3312"/>
              <a:gd name="T102" fmla="*/ 182 w 3321"/>
              <a:gd name="T103" fmla="*/ 905 h 3312"/>
              <a:gd name="T104" fmla="*/ 333 w 3321"/>
              <a:gd name="T105" fmla="*/ 664 h 3312"/>
              <a:gd name="T106" fmla="*/ 522 w 3321"/>
              <a:gd name="T107" fmla="*/ 454 h 3312"/>
              <a:gd name="T108" fmla="*/ 744 w 3321"/>
              <a:gd name="T109" fmla="*/ 277 h 3312"/>
              <a:gd name="T110" fmla="*/ 994 w 3321"/>
              <a:gd name="T111" fmla="*/ 141 h 3312"/>
              <a:gd name="T112" fmla="*/ 1268 w 3321"/>
              <a:gd name="T113" fmla="*/ 47 h 3312"/>
              <a:gd name="T114" fmla="*/ 1560 w 3321"/>
              <a:gd name="T115" fmla="*/ 3 h 3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21" h="3312">
                <a:moveTo>
                  <a:pt x="2922" y="431"/>
                </a:moveTo>
                <a:lnTo>
                  <a:pt x="3155" y="662"/>
                </a:lnTo>
                <a:lnTo>
                  <a:pt x="1494" y="2318"/>
                </a:lnTo>
                <a:lnTo>
                  <a:pt x="748" y="1574"/>
                </a:lnTo>
                <a:lnTo>
                  <a:pt x="979" y="1341"/>
                </a:lnTo>
                <a:lnTo>
                  <a:pt x="1494" y="1855"/>
                </a:lnTo>
                <a:lnTo>
                  <a:pt x="2922" y="431"/>
                </a:lnTo>
                <a:close/>
                <a:moveTo>
                  <a:pt x="1661" y="0"/>
                </a:moveTo>
                <a:lnTo>
                  <a:pt x="1753" y="3"/>
                </a:lnTo>
                <a:lnTo>
                  <a:pt x="1845" y="11"/>
                </a:lnTo>
                <a:lnTo>
                  <a:pt x="1936" y="25"/>
                </a:lnTo>
                <a:lnTo>
                  <a:pt x="2027" y="42"/>
                </a:lnTo>
                <a:lnTo>
                  <a:pt x="2116" y="63"/>
                </a:lnTo>
                <a:lnTo>
                  <a:pt x="2205" y="88"/>
                </a:lnTo>
                <a:lnTo>
                  <a:pt x="2291" y="115"/>
                </a:lnTo>
                <a:lnTo>
                  <a:pt x="2026" y="380"/>
                </a:lnTo>
                <a:lnTo>
                  <a:pt x="1956" y="363"/>
                </a:lnTo>
                <a:lnTo>
                  <a:pt x="1885" y="349"/>
                </a:lnTo>
                <a:lnTo>
                  <a:pt x="1813" y="339"/>
                </a:lnTo>
                <a:lnTo>
                  <a:pt x="1738" y="333"/>
                </a:lnTo>
                <a:lnTo>
                  <a:pt x="1661" y="331"/>
                </a:lnTo>
                <a:lnTo>
                  <a:pt x="1570" y="334"/>
                </a:lnTo>
                <a:lnTo>
                  <a:pt x="1481" y="344"/>
                </a:lnTo>
                <a:lnTo>
                  <a:pt x="1394" y="358"/>
                </a:lnTo>
                <a:lnTo>
                  <a:pt x="1308" y="379"/>
                </a:lnTo>
                <a:lnTo>
                  <a:pt x="1226" y="405"/>
                </a:lnTo>
                <a:lnTo>
                  <a:pt x="1145" y="437"/>
                </a:lnTo>
                <a:lnTo>
                  <a:pt x="1067" y="472"/>
                </a:lnTo>
                <a:lnTo>
                  <a:pt x="991" y="513"/>
                </a:lnTo>
                <a:lnTo>
                  <a:pt x="919" y="559"/>
                </a:lnTo>
                <a:lnTo>
                  <a:pt x="850" y="608"/>
                </a:lnTo>
                <a:lnTo>
                  <a:pt x="785" y="662"/>
                </a:lnTo>
                <a:lnTo>
                  <a:pt x="723" y="721"/>
                </a:lnTo>
                <a:lnTo>
                  <a:pt x="664" y="783"/>
                </a:lnTo>
                <a:lnTo>
                  <a:pt x="610" y="848"/>
                </a:lnTo>
                <a:lnTo>
                  <a:pt x="561" y="916"/>
                </a:lnTo>
                <a:lnTo>
                  <a:pt x="514" y="989"/>
                </a:lnTo>
                <a:lnTo>
                  <a:pt x="473" y="1064"/>
                </a:lnTo>
                <a:lnTo>
                  <a:pt x="438" y="1142"/>
                </a:lnTo>
                <a:lnTo>
                  <a:pt x="407" y="1222"/>
                </a:lnTo>
                <a:lnTo>
                  <a:pt x="380" y="1305"/>
                </a:lnTo>
                <a:lnTo>
                  <a:pt x="359" y="1390"/>
                </a:lnTo>
                <a:lnTo>
                  <a:pt x="345" y="1477"/>
                </a:lnTo>
                <a:lnTo>
                  <a:pt x="335" y="1566"/>
                </a:lnTo>
                <a:lnTo>
                  <a:pt x="332" y="1656"/>
                </a:lnTo>
                <a:lnTo>
                  <a:pt x="335" y="1746"/>
                </a:lnTo>
                <a:lnTo>
                  <a:pt x="345" y="1835"/>
                </a:lnTo>
                <a:lnTo>
                  <a:pt x="359" y="1922"/>
                </a:lnTo>
                <a:lnTo>
                  <a:pt x="380" y="2007"/>
                </a:lnTo>
                <a:lnTo>
                  <a:pt x="407" y="2090"/>
                </a:lnTo>
                <a:lnTo>
                  <a:pt x="438" y="2170"/>
                </a:lnTo>
                <a:lnTo>
                  <a:pt x="473" y="2248"/>
                </a:lnTo>
                <a:lnTo>
                  <a:pt x="514" y="2323"/>
                </a:lnTo>
                <a:lnTo>
                  <a:pt x="561" y="2396"/>
                </a:lnTo>
                <a:lnTo>
                  <a:pt x="610" y="2464"/>
                </a:lnTo>
                <a:lnTo>
                  <a:pt x="664" y="2529"/>
                </a:lnTo>
                <a:lnTo>
                  <a:pt x="723" y="2591"/>
                </a:lnTo>
                <a:lnTo>
                  <a:pt x="785" y="2650"/>
                </a:lnTo>
                <a:lnTo>
                  <a:pt x="850" y="2704"/>
                </a:lnTo>
                <a:lnTo>
                  <a:pt x="919" y="2753"/>
                </a:lnTo>
                <a:lnTo>
                  <a:pt x="991" y="2799"/>
                </a:lnTo>
                <a:lnTo>
                  <a:pt x="1067" y="2840"/>
                </a:lnTo>
                <a:lnTo>
                  <a:pt x="1145" y="2875"/>
                </a:lnTo>
                <a:lnTo>
                  <a:pt x="1226" y="2907"/>
                </a:lnTo>
                <a:lnTo>
                  <a:pt x="1308" y="2933"/>
                </a:lnTo>
                <a:lnTo>
                  <a:pt x="1394" y="2954"/>
                </a:lnTo>
                <a:lnTo>
                  <a:pt x="1481" y="2968"/>
                </a:lnTo>
                <a:lnTo>
                  <a:pt x="1570" y="2978"/>
                </a:lnTo>
                <a:lnTo>
                  <a:pt x="1661" y="2981"/>
                </a:lnTo>
                <a:lnTo>
                  <a:pt x="1751" y="2978"/>
                </a:lnTo>
                <a:lnTo>
                  <a:pt x="1840" y="2968"/>
                </a:lnTo>
                <a:lnTo>
                  <a:pt x="1927" y="2954"/>
                </a:lnTo>
                <a:lnTo>
                  <a:pt x="2013" y="2933"/>
                </a:lnTo>
                <a:lnTo>
                  <a:pt x="2095" y="2907"/>
                </a:lnTo>
                <a:lnTo>
                  <a:pt x="2176" y="2875"/>
                </a:lnTo>
                <a:lnTo>
                  <a:pt x="2254" y="2840"/>
                </a:lnTo>
                <a:lnTo>
                  <a:pt x="2330" y="2799"/>
                </a:lnTo>
                <a:lnTo>
                  <a:pt x="2402" y="2753"/>
                </a:lnTo>
                <a:lnTo>
                  <a:pt x="2471" y="2704"/>
                </a:lnTo>
                <a:lnTo>
                  <a:pt x="2536" y="2650"/>
                </a:lnTo>
                <a:lnTo>
                  <a:pt x="2598" y="2591"/>
                </a:lnTo>
                <a:lnTo>
                  <a:pt x="2657" y="2529"/>
                </a:lnTo>
                <a:lnTo>
                  <a:pt x="2711" y="2464"/>
                </a:lnTo>
                <a:lnTo>
                  <a:pt x="2760" y="2396"/>
                </a:lnTo>
                <a:lnTo>
                  <a:pt x="2807" y="2323"/>
                </a:lnTo>
                <a:lnTo>
                  <a:pt x="2848" y="2248"/>
                </a:lnTo>
                <a:lnTo>
                  <a:pt x="2883" y="2170"/>
                </a:lnTo>
                <a:lnTo>
                  <a:pt x="2914" y="2090"/>
                </a:lnTo>
                <a:lnTo>
                  <a:pt x="2941" y="2007"/>
                </a:lnTo>
                <a:lnTo>
                  <a:pt x="2962" y="1922"/>
                </a:lnTo>
                <a:lnTo>
                  <a:pt x="2976" y="1835"/>
                </a:lnTo>
                <a:lnTo>
                  <a:pt x="2986" y="1746"/>
                </a:lnTo>
                <a:lnTo>
                  <a:pt x="2989" y="1656"/>
                </a:lnTo>
                <a:lnTo>
                  <a:pt x="3321" y="1656"/>
                </a:lnTo>
                <a:lnTo>
                  <a:pt x="3318" y="1756"/>
                </a:lnTo>
                <a:lnTo>
                  <a:pt x="3309" y="1856"/>
                </a:lnTo>
                <a:lnTo>
                  <a:pt x="3294" y="1952"/>
                </a:lnTo>
                <a:lnTo>
                  <a:pt x="3274" y="2047"/>
                </a:lnTo>
                <a:lnTo>
                  <a:pt x="3248" y="2141"/>
                </a:lnTo>
                <a:lnTo>
                  <a:pt x="3216" y="2232"/>
                </a:lnTo>
                <a:lnTo>
                  <a:pt x="3180" y="2320"/>
                </a:lnTo>
                <a:lnTo>
                  <a:pt x="3139" y="2407"/>
                </a:lnTo>
                <a:lnTo>
                  <a:pt x="3094" y="2490"/>
                </a:lnTo>
                <a:lnTo>
                  <a:pt x="3043" y="2570"/>
                </a:lnTo>
                <a:lnTo>
                  <a:pt x="2988" y="2648"/>
                </a:lnTo>
                <a:lnTo>
                  <a:pt x="2930" y="2721"/>
                </a:lnTo>
                <a:lnTo>
                  <a:pt x="2866" y="2791"/>
                </a:lnTo>
                <a:lnTo>
                  <a:pt x="2799" y="2858"/>
                </a:lnTo>
                <a:lnTo>
                  <a:pt x="2728" y="2922"/>
                </a:lnTo>
                <a:lnTo>
                  <a:pt x="2655" y="2980"/>
                </a:lnTo>
                <a:lnTo>
                  <a:pt x="2577" y="3035"/>
                </a:lnTo>
                <a:lnTo>
                  <a:pt x="2497" y="3085"/>
                </a:lnTo>
                <a:lnTo>
                  <a:pt x="2413" y="3130"/>
                </a:lnTo>
                <a:lnTo>
                  <a:pt x="2327" y="3171"/>
                </a:lnTo>
                <a:lnTo>
                  <a:pt x="2238" y="3208"/>
                </a:lnTo>
                <a:lnTo>
                  <a:pt x="2147" y="3239"/>
                </a:lnTo>
                <a:lnTo>
                  <a:pt x="2053" y="3265"/>
                </a:lnTo>
                <a:lnTo>
                  <a:pt x="1957" y="3285"/>
                </a:lnTo>
                <a:lnTo>
                  <a:pt x="1861" y="3300"/>
                </a:lnTo>
                <a:lnTo>
                  <a:pt x="1761" y="3309"/>
                </a:lnTo>
                <a:lnTo>
                  <a:pt x="1661" y="3312"/>
                </a:lnTo>
                <a:lnTo>
                  <a:pt x="1560" y="3309"/>
                </a:lnTo>
                <a:lnTo>
                  <a:pt x="1460" y="3300"/>
                </a:lnTo>
                <a:lnTo>
                  <a:pt x="1364" y="3285"/>
                </a:lnTo>
                <a:lnTo>
                  <a:pt x="1268" y="3265"/>
                </a:lnTo>
                <a:lnTo>
                  <a:pt x="1174" y="3239"/>
                </a:lnTo>
                <a:lnTo>
                  <a:pt x="1083" y="3208"/>
                </a:lnTo>
                <a:lnTo>
                  <a:pt x="994" y="3171"/>
                </a:lnTo>
                <a:lnTo>
                  <a:pt x="908" y="3130"/>
                </a:lnTo>
                <a:lnTo>
                  <a:pt x="824" y="3085"/>
                </a:lnTo>
                <a:lnTo>
                  <a:pt x="744" y="3035"/>
                </a:lnTo>
                <a:lnTo>
                  <a:pt x="666" y="2980"/>
                </a:lnTo>
                <a:lnTo>
                  <a:pt x="593" y="2922"/>
                </a:lnTo>
                <a:lnTo>
                  <a:pt x="522" y="2858"/>
                </a:lnTo>
                <a:lnTo>
                  <a:pt x="455" y="2791"/>
                </a:lnTo>
                <a:lnTo>
                  <a:pt x="391" y="2721"/>
                </a:lnTo>
                <a:lnTo>
                  <a:pt x="333" y="2648"/>
                </a:lnTo>
                <a:lnTo>
                  <a:pt x="278" y="2570"/>
                </a:lnTo>
                <a:lnTo>
                  <a:pt x="227" y="2490"/>
                </a:lnTo>
                <a:lnTo>
                  <a:pt x="182" y="2407"/>
                </a:lnTo>
                <a:lnTo>
                  <a:pt x="141" y="2320"/>
                </a:lnTo>
                <a:lnTo>
                  <a:pt x="105" y="2232"/>
                </a:lnTo>
                <a:lnTo>
                  <a:pt x="73" y="2141"/>
                </a:lnTo>
                <a:lnTo>
                  <a:pt x="47" y="2047"/>
                </a:lnTo>
                <a:lnTo>
                  <a:pt x="27" y="1952"/>
                </a:lnTo>
                <a:lnTo>
                  <a:pt x="12" y="1856"/>
                </a:lnTo>
                <a:lnTo>
                  <a:pt x="3" y="1756"/>
                </a:lnTo>
                <a:lnTo>
                  <a:pt x="0" y="1656"/>
                </a:lnTo>
                <a:lnTo>
                  <a:pt x="3" y="1556"/>
                </a:lnTo>
                <a:lnTo>
                  <a:pt x="12" y="1456"/>
                </a:lnTo>
                <a:lnTo>
                  <a:pt x="27" y="1360"/>
                </a:lnTo>
                <a:lnTo>
                  <a:pt x="47" y="1265"/>
                </a:lnTo>
                <a:lnTo>
                  <a:pt x="73" y="1171"/>
                </a:lnTo>
                <a:lnTo>
                  <a:pt x="105" y="1080"/>
                </a:lnTo>
                <a:lnTo>
                  <a:pt x="141" y="992"/>
                </a:lnTo>
                <a:lnTo>
                  <a:pt x="182" y="905"/>
                </a:lnTo>
                <a:lnTo>
                  <a:pt x="227" y="822"/>
                </a:lnTo>
                <a:lnTo>
                  <a:pt x="278" y="742"/>
                </a:lnTo>
                <a:lnTo>
                  <a:pt x="333" y="664"/>
                </a:lnTo>
                <a:lnTo>
                  <a:pt x="391" y="591"/>
                </a:lnTo>
                <a:lnTo>
                  <a:pt x="455" y="521"/>
                </a:lnTo>
                <a:lnTo>
                  <a:pt x="522" y="454"/>
                </a:lnTo>
                <a:lnTo>
                  <a:pt x="593" y="390"/>
                </a:lnTo>
                <a:lnTo>
                  <a:pt x="666" y="332"/>
                </a:lnTo>
                <a:lnTo>
                  <a:pt x="744" y="277"/>
                </a:lnTo>
                <a:lnTo>
                  <a:pt x="824" y="227"/>
                </a:lnTo>
                <a:lnTo>
                  <a:pt x="908" y="182"/>
                </a:lnTo>
                <a:lnTo>
                  <a:pt x="994" y="141"/>
                </a:lnTo>
                <a:lnTo>
                  <a:pt x="1083" y="104"/>
                </a:lnTo>
                <a:lnTo>
                  <a:pt x="1174" y="73"/>
                </a:lnTo>
                <a:lnTo>
                  <a:pt x="1268" y="47"/>
                </a:lnTo>
                <a:lnTo>
                  <a:pt x="1364" y="27"/>
                </a:lnTo>
                <a:lnTo>
                  <a:pt x="1460" y="12"/>
                </a:lnTo>
                <a:lnTo>
                  <a:pt x="1560" y="3"/>
                </a:lnTo>
                <a:lnTo>
                  <a:pt x="1661" y="0"/>
                </a:lnTo>
                <a:close/>
              </a:path>
            </a:pathLst>
          </a:custGeom>
          <a:solidFill>
            <a:srgbClr val="93C9E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>
              <a:solidFill>
                <a:prstClr val="black"/>
              </a:solidFill>
            </a:endParaRPr>
          </a:p>
        </p:txBody>
      </p:sp>
      <p:sp>
        <p:nvSpPr>
          <p:cNvPr id="16" name="Freeform 6"/>
          <p:cNvSpPr>
            <a:spLocks noEditPoints="1"/>
          </p:cNvSpPr>
          <p:nvPr/>
        </p:nvSpPr>
        <p:spPr bwMode="auto">
          <a:xfrm>
            <a:off x="7155011" y="4082859"/>
            <a:ext cx="368075" cy="367078"/>
          </a:xfrm>
          <a:custGeom>
            <a:avLst/>
            <a:gdLst>
              <a:gd name="T0" fmla="*/ 1494 w 3321"/>
              <a:gd name="T1" fmla="*/ 2318 h 3312"/>
              <a:gd name="T2" fmla="*/ 1494 w 3321"/>
              <a:gd name="T3" fmla="*/ 1855 h 3312"/>
              <a:gd name="T4" fmla="*/ 1753 w 3321"/>
              <a:gd name="T5" fmla="*/ 3 h 3312"/>
              <a:gd name="T6" fmla="*/ 2027 w 3321"/>
              <a:gd name="T7" fmla="*/ 42 h 3312"/>
              <a:gd name="T8" fmla="*/ 2291 w 3321"/>
              <a:gd name="T9" fmla="*/ 115 h 3312"/>
              <a:gd name="T10" fmla="*/ 1885 w 3321"/>
              <a:gd name="T11" fmla="*/ 349 h 3312"/>
              <a:gd name="T12" fmla="*/ 1661 w 3321"/>
              <a:gd name="T13" fmla="*/ 331 h 3312"/>
              <a:gd name="T14" fmla="*/ 1394 w 3321"/>
              <a:gd name="T15" fmla="*/ 358 h 3312"/>
              <a:gd name="T16" fmla="*/ 1145 w 3321"/>
              <a:gd name="T17" fmla="*/ 437 h 3312"/>
              <a:gd name="T18" fmla="*/ 919 w 3321"/>
              <a:gd name="T19" fmla="*/ 559 h 3312"/>
              <a:gd name="T20" fmla="*/ 723 w 3321"/>
              <a:gd name="T21" fmla="*/ 721 h 3312"/>
              <a:gd name="T22" fmla="*/ 561 w 3321"/>
              <a:gd name="T23" fmla="*/ 916 h 3312"/>
              <a:gd name="T24" fmla="*/ 438 w 3321"/>
              <a:gd name="T25" fmla="*/ 1142 h 3312"/>
              <a:gd name="T26" fmla="*/ 359 w 3321"/>
              <a:gd name="T27" fmla="*/ 1390 h 3312"/>
              <a:gd name="T28" fmla="*/ 332 w 3321"/>
              <a:gd name="T29" fmla="*/ 1656 h 3312"/>
              <a:gd name="T30" fmla="*/ 359 w 3321"/>
              <a:gd name="T31" fmla="*/ 1922 h 3312"/>
              <a:gd name="T32" fmla="*/ 438 w 3321"/>
              <a:gd name="T33" fmla="*/ 2170 h 3312"/>
              <a:gd name="T34" fmla="*/ 561 w 3321"/>
              <a:gd name="T35" fmla="*/ 2396 h 3312"/>
              <a:gd name="T36" fmla="*/ 723 w 3321"/>
              <a:gd name="T37" fmla="*/ 2591 h 3312"/>
              <a:gd name="T38" fmla="*/ 919 w 3321"/>
              <a:gd name="T39" fmla="*/ 2753 h 3312"/>
              <a:gd name="T40" fmla="*/ 1145 w 3321"/>
              <a:gd name="T41" fmla="*/ 2875 h 3312"/>
              <a:gd name="T42" fmla="*/ 1394 w 3321"/>
              <a:gd name="T43" fmla="*/ 2954 h 3312"/>
              <a:gd name="T44" fmla="*/ 1661 w 3321"/>
              <a:gd name="T45" fmla="*/ 2981 h 3312"/>
              <a:gd name="T46" fmla="*/ 1927 w 3321"/>
              <a:gd name="T47" fmla="*/ 2954 h 3312"/>
              <a:gd name="T48" fmla="*/ 2176 w 3321"/>
              <a:gd name="T49" fmla="*/ 2875 h 3312"/>
              <a:gd name="T50" fmla="*/ 2402 w 3321"/>
              <a:gd name="T51" fmla="*/ 2753 h 3312"/>
              <a:gd name="T52" fmla="*/ 2598 w 3321"/>
              <a:gd name="T53" fmla="*/ 2591 h 3312"/>
              <a:gd name="T54" fmla="*/ 2760 w 3321"/>
              <a:gd name="T55" fmla="*/ 2396 h 3312"/>
              <a:gd name="T56" fmla="*/ 2883 w 3321"/>
              <a:gd name="T57" fmla="*/ 2170 h 3312"/>
              <a:gd name="T58" fmla="*/ 2962 w 3321"/>
              <a:gd name="T59" fmla="*/ 1922 h 3312"/>
              <a:gd name="T60" fmla="*/ 2989 w 3321"/>
              <a:gd name="T61" fmla="*/ 1656 h 3312"/>
              <a:gd name="T62" fmla="*/ 3309 w 3321"/>
              <a:gd name="T63" fmla="*/ 1856 h 3312"/>
              <a:gd name="T64" fmla="*/ 3248 w 3321"/>
              <a:gd name="T65" fmla="*/ 2141 h 3312"/>
              <a:gd name="T66" fmla="*/ 3139 w 3321"/>
              <a:gd name="T67" fmla="*/ 2407 h 3312"/>
              <a:gd name="T68" fmla="*/ 2988 w 3321"/>
              <a:gd name="T69" fmla="*/ 2648 h 3312"/>
              <a:gd name="T70" fmla="*/ 2799 w 3321"/>
              <a:gd name="T71" fmla="*/ 2858 h 3312"/>
              <a:gd name="T72" fmla="*/ 2577 w 3321"/>
              <a:gd name="T73" fmla="*/ 3035 h 3312"/>
              <a:gd name="T74" fmla="*/ 2327 w 3321"/>
              <a:gd name="T75" fmla="*/ 3171 h 3312"/>
              <a:gd name="T76" fmla="*/ 2053 w 3321"/>
              <a:gd name="T77" fmla="*/ 3265 h 3312"/>
              <a:gd name="T78" fmla="*/ 1761 w 3321"/>
              <a:gd name="T79" fmla="*/ 3309 h 3312"/>
              <a:gd name="T80" fmla="*/ 1460 w 3321"/>
              <a:gd name="T81" fmla="*/ 3300 h 3312"/>
              <a:gd name="T82" fmla="*/ 1174 w 3321"/>
              <a:gd name="T83" fmla="*/ 3239 h 3312"/>
              <a:gd name="T84" fmla="*/ 908 w 3321"/>
              <a:gd name="T85" fmla="*/ 3130 h 3312"/>
              <a:gd name="T86" fmla="*/ 666 w 3321"/>
              <a:gd name="T87" fmla="*/ 2980 h 3312"/>
              <a:gd name="T88" fmla="*/ 455 w 3321"/>
              <a:gd name="T89" fmla="*/ 2791 h 3312"/>
              <a:gd name="T90" fmla="*/ 278 w 3321"/>
              <a:gd name="T91" fmla="*/ 2570 h 3312"/>
              <a:gd name="T92" fmla="*/ 141 w 3321"/>
              <a:gd name="T93" fmla="*/ 2320 h 3312"/>
              <a:gd name="T94" fmla="*/ 47 w 3321"/>
              <a:gd name="T95" fmla="*/ 2047 h 3312"/>
              <a:gd name="T96" fmla="*/ 3 w 3321"/>
              <a:gd name="T97" fmla="*/ 1756 h 3312"/>
              <a:gd name="T98" fmla="*/ 12 w 3321"/>
              <a:gd name="T99" fmla="*/ 1456 h 3312"/>
              <a:gd name="T100" fmla="*/ 73 w 3321"/>
              <a:gd name="T101" fmla="*/ 1171 h 3312"/>
              <a:gd name="T102" fmla="*/ 182 w 3321"/>
              <a:gd name="T103" fmla="*/ 905 h 3312"/>
              <a:gd name="T104" fmla="*/ 333 w 3321"/>
              <a:gd name="T105" fmla="*/ 664 h 3312"/>
              <a:gd name="T106" fmla="*/ 522 w 3321"/>
              <a:gd name="T107" fmla="*/ 454 h 3312"/>
              <a:gd name="T108" fmla="*/ 744 w 3321"/>
              <a:gd name="T109" fmla="*/ 277 h 3312"/>
              <a:gd name="T110" fmla="*/ 994 w 3321"/>
              <a:gd name="T111" fmla="*/ 141 h 3312"/>
              <a:gd name="T112" fmla="*/ 1268 w 3321"/>
              <a:gd name="T113" fmla="*/ 47 h 3312"/>
              <a:gd name="T114" fmla="*/ 1560 w 3321"/>
              <a:gd name="T115" fmla="*/ 3 h 3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21" h="3312">
                <a:moveTo>
                  <a:pt x="2922" y="431"/>
                </a:moveTo>
                <a:lnTo>
                  <a:pt x="3155" y="662"/>
                </a:lnTo>
                <a:lnTo>
                  <a:pt x="1494" y="2318"/>
                </a:lnTo>
                <a:lnTo>
                  <a:pt x="748" y="1574"/>
                </a:lnTo>
                <a:lnTo>
                  <a:pt x="979" y="1341"/>
                </a:lnTo>
                <a:lnTo>
                  <a:pt x="1494" y="1855"/>
                </a:lnTo>
                <a:lnTo>
                  <a:pt x="2922" y="431"/>
                </a:lnTo>
                <a:close/>
                <a:moveTo>
                  <a:pt x="1661" y="0"/>
                </a:moveTo>
                <a:lnTo>
                  <a:pt x="1753" y="3"/>
                </a:lnTo>
                <a:lnTo>
                  <a:pt x="1845" y="11"/>
                </a:lnTo>
                <a:lnTo>
                  <a:pt x="1936" y="25"/>
                </a:lnTo>
                <a:lnTo>
                  <a:pt x="2027" y="42"/>
                </a:lnTo>
                <a:lnTo>
                  <a:pt x="2116" y="63"/>
                </a:lnTo>
                <a:lnTo>
                  <a:pt x="2205" y="88"/>
                </a:lnTo>
                <a:lnTo>
                  <a:pt x="2291" y="115"/>
                </a:lnTo>
                <a:lnTo>
                  <a:pt x="2026" y="380"/>
                </a:lnTo>
                <a:lnTo>
                  <a:pt x="1956" y="363"/>
                </a:lnTo>
                <a:lnTo>
                  <a:pt x="1885" y="349"/>
                </a:lnTo>
                <a:lnTo>
                  <a:pt x="1813" y="339"/>
                </a:lnTo>
                <a:lnTo>
                  <a:pt x="1738" y="333"/>
                </a:lnTo>
                <a:lnTo>
                  <a:pt x="1661" y="331"/>
                </a:lnTo>
                <a:lnTo>
                  <a:pt x="1570" y="334"/>
                </a:lnTo>
                <a:lnTo>
                  <a:pt x="1481" y="344"/>
                </a:lnTo>
                <a:lnTo>
                  <a:pt x="1394" y="358"/>
                </a:lnTo>
                <a:lnTo>
                  <a:pt x="1308" y="379"/>
                </a:lnTo>
                <a:lnTo>
                  <a:pt x="1226" y="405"/>
                </a:lnTo>
                <a:lnTo>
                  <a:pt x="1145" y="437"/>
                </a:lnTo>
                <a:lnTo>
                  <a:pt x="1067" y="472"/>
                </a:lnTo>
                <a:lnTo>
                  <a:pt x="991" y="513"/>
                </a:lnTo>
                <a:lnTo>
                  <a:pt x="919" y="559"/>
                </a:lnTo>
                <a:lnTo>
                  <a:pt x="850" y="608"/>
                </a:lnTo>
                <a:lnTo>
                  <a:pt x="785" y="662"/>
                </a:lnTo>
                <a:lnTo>
                  <a:pt x="723" y="721"/>
                </a:lnTo>
                <a:lnTo>
                  <a:pt x="664" y="783"/>
                </a:lnTo>
                <a:lnTo>
                  <a:pt x="610" y="848"/>
                </a:lnTo>
                <a:lnTo>
                  <a:pt x="561" y="916"/>
                </a:lnTo>
                <a:lnTo>
                  <a:pt x="514" y="989"/>
                </a:lnTo>
                <a:lnTo>
                  <a:pt x="473" y="1064"/>
                </a:lnTo>
                <a:lnTo>
                  <a:pt x="438" y="1142"/>
                </a:lnTo>
                <a:lnTo>
                  <a:pt x="407" y="1222"/>
                </a:lnTo>
                <a:lnTo>
                  <a:pt x="380" y="1305"/>
                </a:lnTo>
                <a:lnTo>
                  <a:pt x="359" y="1390"/>
                </a:lnTo>
                <a:lnTo>
                  <a:pt x="345" y="1477"/>
                </a:lnTo>
                <a:lnTo>
                  <a:pt x="335" y="1566"/>
                </a:lnTo>
                <a:lnTo>
                  <a:pt x="332" y="1656"/>
                </a:lnTo>
                <a:lnTo>
                  <a:pt x="335" y="1746"/>
                </a:lnTo>
                <a:lnTo>
                  <a:pt x="345" y="1835"/>
                </a:lnTo>
                <a:lnTo>
                  <a:pt x="359" y="1922"/>
                </a:lnTo>
                <a:lnTo>
                  <a:pt x="380" y="2007"/>
                </a:lnTo>
                <a:lnTo>
                  <a:pt x="407" y="2090"/>
                </a:lnTo>
                <a:lnTo>
                  <a:pt x="438" y="2170"/>
                </a:lnTo>
                <a:lnTo>
                  <a:pt x="473" y="2248"/>
                </a:lnTo>
                <a:lnTo>
                  <a:pt x="514" y="2323"/>
                </a:lnTo>
                <a:lnTo>
                  <a:pt x="561" y="2396"/>
                </a:lnTo>
                <a:lnTo>
                  <a:pt x="610" y="2464"/>
                </a:lnTo>
                <a:lnTo>
                  <a:pt x="664" y="2529"/>
                </a:lnTo>
                <a:lnTo>
                  <a:pt x="723" y="2591"/>
                </a:lnTo>
                <a:lnTo>
                  <a:pt x="785" y="2650"/>
                </a:lnTo>
                <a:lnTo>
                  <a:pt x="850" y="2704"/>
                </a:lnTo>
                <a:lnTo>
                  <a:pt x="919" y="2753"/>
                </a:lnTo>
                <a:lnTo>
                  <a:pt x="991" y="2799"/>
                </a:lnTo>
                <a:lnTo>
                  <a:pt x="1067" y="2840"/>
                </a:lnTo>
                <a:lnTo>
                  <a:pt x="1145" y="2875"/>
                </a:lnTo>
                <a:lnTo>
                  <a:pt x="1226" y="2907"/>
                </a:lnTo>
                <a:lnTo>
                  <a:pt x="1308" y="2933"/>
                </a:lnTo>
                <a:lnTo>
                  <a:pt x="1394" y="2954"/>
                </a:lnTo>
                <a:lnTo>
                  <a:pt x="1481" y="2968"/>
                </a:lnTo>
                <a:lnTo>
                  <a:pt x="1570" y="2978"/>
                </a:lnTo>
                <a:lnTo>
                  <a:pt x="1661" y="2981"/>
                </a:lnTo>
                <a:lnTo>
                  <a:pt x="1751" y="2978"/>
                </a:lnTo>
                <a:lnTo>
                  <a:pt x="1840" y="2968"/>
                </a:lnTo>
                <a:lnTo>
                  <a:pt x="1927" y="2954"/>
                </a:lnTo>
                <a:lnTo>
                  <a:pt x="2013" y="2933"/>
                </a:lnTo>
                <a:lnTo>
                  <a:pt x="2095" y="2907"/>
                </a:lnTo>
                <a:lnTo>
                  <a:pt x="2176" y="2875"/>
                </a:lnTo>
                <a:lnTo>
                  <a:pt x="2254" y="2840"/>
                </a:lnTo>
                <a:lnTo>
                  <a:pt x="2330" y="2799"/>
                </a:lnTo>
                <a:lnTo>
                  <a:pt x="2402" y="2753"/>
                </a:lnTo>
                <a:lnTo>
                  <a:pt x="2471" y="2704"/>
                </a:lnTo>
                <a:lnTo>
                  <a:pt x="2536" y="2650"/>
                </a:lnTo>
                <a:lnTo>
                  <a:pt x="2598" y="2591"/>
                </a:lnTo>
                <a:lnTo>
                  <a:pt x="2657" y="2529"/>
                </a:lnTo>
                <a:lnTo>
                  <a:pt x="2711" y="2464"/>
                </a:lnTo>
                <a:lnTo>
                  <a:pt x="2760" y="2396"/>
                </a:lnTo>
                <a:lnTo>
                  <a:pt x="2807" y="2323"/>
                </a:lnTo>
                <a:lnTo>
                  <a:pt x="2848" y="2248"/>
                </a:lnTo>
                <a:lnTo>
                  <a:pt x="2883" y="2170"/>
                </a:lnTo>
                <a:lnTo>
                  <a:pt x="2914" y="2090"/>
                </a:lnTo>
                <a:lnTo>
                  <a:pt x="2941" y="2007"/>
                </a:lnTo>
                <a:lnTo>
                  <a:pt x="2962" y="1922"/>
                </a:lnTo>
                <a:lnTo>
                  <a:pt x="2976" y="1835"/>
                </a:lnTo>
                <a:lnTo>
                  <a:pt x="2986" y="1746"/>
                </a:lnTo>
                <a:lnTo>
                  <a:pt x="2989" y="1656"/>
                </a:lnTo>
                <a:lnTo>
                  <a:pt x="3321" y="1656"/>
                </a:lnTo>
                <a:lnTo>
                  <a:pt x="3318" y="1756"/>
                </a:lnTo>
                <a:lnTo>
                  <a:pt x="3309" y="1856"/>
                </a:lnTo>
                <a:lnTo>
                  <a:pt x="3294" y="1952"/>
                </a:lnTo>
                <a:lnTo>
                  <a:pt x="3274" y="2047"/>
                </a:lnTo>
                <a:lnTo>
                  <a:pt x="3248" y="2141"/>
                </a:lnTo>
                <a:lnTo>
                  <a:pt x="3216" y="2232"/>
                </a:lnTo>
                <a:lnTo>
                  <a:pt x="3180" y="2320"/>
                </a:lnTo>
                <a:lnTo>
                  <a:pt x="3139" y="2407"/>
                </a:lnTo>
                <a:lnTo>
                  <a:pt x="3094" y="2490"/>
                </a:lnTo>
                <a:lnTo>
                  <a:pt x="3043" y="2570"/>
                </a:lnTo>
                <a:lnTo>
                  <a:pt x="2988" y="2648"/>
                </a:lnTo>
                <a:lnTo>
                  <a:pt x="2930" y="2721"/>
                </a:lnTo>
                <a:lnTo>
                  <a:pt x="2866" y="2791"/>
                </a:lnTo>
                <a:lnTo>
                  <a:pt x="2799" y="2858"/>
                </a:lnTo>
                <a:lnTo>
                  <a:pt x="2728" y="2922"/>
                </a:lnTo>
                <a:lnTo>
                  <a:pt x="2655" y="2980"/>
                </a:lnTo>
                <a:lnTo>
                  <a:pt x="2577" y="3035"/>
                </a:lnTo>
                <a:lnTo>
                  <a:pt x="2497" y="3085"/>
                </a:lnTo>
                <a:lnTo>
                  <a:pt x="2413" y="3130"/>
                </a:lnTo>
                <a:lnTo>
                  <a:pt x="2327" y="3171"/>
                </a:lnTo>
                <a:lnTo>
                  <a:pt x="2238" y="3208"/>
                </a:lnTo>
                <a:lnTo>
                  <a:pt x="2147" y="3239"/>
                </a:lnTo>
                <a:lnTo>
                  <a:pt x="2053" y="3265"/>
                </a:lnTo>
                <a:lnTo>
                  <a:pt x="1957" y="3285"/>
                </a:lnTo>
                <a:lnTo>
                  <a:pt x="1861" y="3300"/>
                </a:lnTo>
                <a:lnTo>
                  <a:pt x="1761" y="3309"/>
                </a:lnTo>
                <a:lnTo>
                  <a:pt x="1661" y="3312"/>
                </a:lnTo>
                <a:lnTo>
                  <a:pt x="1560" y="3309"/>
                </a:lnTo>
                <a:lnTo>
                  <a:pt x="1460" y="3300"/>
                </a:lnTo>
                <a:lnTo>
                  <a:pt x="1364" y="3285"/>
                </a:lnTo>
                <a:lnTo>
                  <a:pt x="1268" y="3265"/>
                </a:lnTo>
                <a:lnTo>
                  <a:pt x="1174" y="3239"/>
                </a:lnTo>
                <a:lnTo>
                  <a:pt x="1083" y="3208"/>
                </a:lnTo>
                <a:lnTo>
                  <a:pt x="994" y="3171"/>
                </a:lnTo>
                <a:lnTo>
                  <a:pt x="908" y="3130"/>
                </a:lnTo>
                <a:lnTo>
                  <a:pt x="824" y="3085"/>
                </a:lnTo>
                <a:lnTo>
                  <a:pt x="744" y="3035"/>
                </a:lnTo>
                <a:lnTo>
                  <a:pt x="666" y="2980"/>
                </a:lnTo>
                <a:lnTo>
                  <a:pt x="593" y="2922"/>
                </a:lnTo>
                <a:lnTo>
                  <a:pt x="522" y="2858"/>
                </a:lnTo>
                <a:lnTo>
                  <a:pt x="455" y="2791"/>
                </a:lnTo>
                <a:lnTo>
                  <a:pt x="391" y="2721"/>
                </a:lnTo>
                <a:lnTo>
                  <a:pt x="333" y="2648"/>
                </a:lnTo>
                <a:lnTo>
                  <a:pt x="278" y="2570"/>
                </a:lnTo>
                <a:lnTo>
                  <a:pt x="227" y="2490"/>
                </a:lnTo>
                <a:lnTo>
                  <a:pt x="182" y="2407"/>
                </a:lnTo>
                <a:lnTo>
                  <a:pt x="141" y="2320"/>
                </a:lnTo>
                <a:lnTo>
                  <a:pt x="105" y="2232"/>
                </a:lnTo>
                <a:lnTo>
                  <a:pt x="73" y="2141"/>
                </a:lnTo>
                <a:lnTo>
                  <a:pt x="47" y="2047"/>
                </a:lnTo>
                <a:lnTo>
                  <a:pt x="27" y="1952"/>
                </a:lnTo>
                <a:lnTo>
                  <a:pt x="12" y="1856"/>
                </a:lnTo>
                <a:lnTo>
                  <a:pt x="3" y="1756"/>
                </a:lnTo>
                <a:lnTo>
                  <a:pt x="0" y="1656"/>
                </a:lnTo>
                <a:lnTo>
                  <a:pt x="3" y="1556"/>
                </a:lnTo>
                <a:lnTo>
                  <a:pt x="12" y="1456"/>
                </a:lnTo>
                <a:lnTo>
                  <a:pt x="27" y="1360"/>
                </a:lnTo>
                <a:lnTo>
                  <a:pt x="47" y="1265"/>
                </a:lnTo>
                <a:lnTo>
                  <a:pt x="73" y="1171"/>
                </a:lnTo>
                <a:lnTo>
                  <a:pt x="105" y="1080"/>
                </a:lnTo>
                <a:lnTo>
                  <a:pt x="141" y="992"/>
                </a:lnTo>
                <a:lnTo>
                  <a:pt x="182" y="905"/>
                </a:lnTo>
                <a:lnTo>
                  <a:pt x="227" y="822"/>
                </a:lnTo>
                <a:lnTo>
                  <a:pt x="278" y="742"/>
                </a:lnTo>
                <a:lnTo>
                  <a:pt x="333" y="664"/>
                </a:lnTo>
                <a:lnTo>
                  <a:pt x="391" y="591"/>
                </a:lnTo>
                <a:lnTo>
                  <a:pt x="455" y="521"/>
                </a:lnTo>
                <a:lnTo>
                  <a:pt x="522" y="454"/>
                </a:lnTo>
                <a:lnTo>
                  <a:pt x="593" y="390"/>
                </a:lnTo>
                <a:lnTo>
                  <a:pt x="666" y="332"/>
                </a:lnTo>
                <a:lnTo>
                  <a:pt x="744" y="277"/>
                </a:lnTo>
                <a:lnTo>
                  <a:pt x="824" y="227"/>
                </a:lnTo>
                <a:lnTo>
                  <a:pt x="908" y="182"/>
                </a:lnTo>
                <a:lnTo>
                  <a:pt x="994" y="141"/>
                </a:lnTo>
                <a:lnTo>
                  <a:pt x="1083" y="104"/>
                </a:lnTo>
                <a:lnTo>
                  <a:pt x="1174" y="73"/>
                </a:lnTo>
                <a:lnTo>
                  <a:pt x="1268" y="47"/>
                </a:lnTo>
                <a:lnTo>
                  <a:pt x="1364" y="27"/>
                </a:lnTo>
                <a:lnTo>
                  <a:pt x="1460" y="12"/>
                </a:lnTo>
                <a:lnTo>
                  <a:pt x="1560" y="3"/>
                </a:lnTo>
                <a:lnTo>
                  <a:pt x="1661" y="0"/>
                </a:lnTo>
                <a:close/>
              </a:path>
            </a:pathLst>
          </a:custGeom>
          <a:solidFill>
            <a:srgbClr val="93C9E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>
              <a:solidFill>
                <a:prstClr val="black"/>
              </a:solidFill>
            </a:endParaRPr>
          </a:p>
        </p:txBody>
      </p:sp>
      <p:sp>
        <p:nvSpPr>
          <p:cNvPr id="22" name="Freeform 6"/>
          <p:cNvSpPr>
            <a:spLocks noEditPoints="1"/>
          </p:cNvSpPr>
          <p:nvPr/>
        </p:nvSpPr>
        <p:spPr bwMode="auto">
          <a:xfrm>
            <a:off x="7154521" y="3337964"/>
            <a:ext cx="368075" cy="367078"/>
          </a:xfrm>
          <a:custGeom>
            <a:avLst/>
            <a:gdLst>
              <a:gd name="T0" fmla="*/ 1494 w 3321"/>
              <a:gd name="T1" fmla="*/ 2318 h 3312"/>
              <a:gd name="T2" fmla="*/ 1494 w 3321"/>
              <a:gd name="T3" fmla="*/ 1855 h 3312"/>
              <a:gd name="T4" fmla="*/ 1753 w 3321"/>
              <a:gd name="T5" fmla="*/ 3 h 3312"/>
              <a:gd name="T6" fmla="*/ 2027 w 3321"/>
              <a:gd name="T7" fmla="*/ 42 h 3312"/>
              <a:gd name="T8" fmla="*/ 2291 w 3321"/>
              <a:gd name="T9" fmla="*/ 115 h 3312"/>
              <a:gd name="T10" fmla="*/ 1885 w 3321"/>
              <a:gd name="T11" fmla="*/ 349 h 3312"/>
              <a:gd name="T12" fmla="*/ 1661 w 3321"/>
              <a:gd name="T13" fmla="*/ 331 h 3312"/>
              <a:gd name="T14" fmla="*/ 1394 w 3321"/>
              <a:gd name="T15" fmla="*/ 358 h 3312"/>
              <a:gd name="T16" fmla="*/ 1145 w 3321"/>
              <a:gd name="T17" fmla="*/ 437 h 3312"/>
              <a:gd name="T18" fmla="*/ 919 w 3321"/>
              <a:gd name="T19" fmla="*/ 559 h 3312"/>
              <a:gd name="T20" fmla="*/ 723 w 3321"/>
              <a:gd name="T21" fmla="*/ 721 h 3312"/>
              <a:gd name="T22" fmla="*/ 561 w 3321"/>
              <a:gd name="T23" fmla="*/ 916 h 3312"/>
              <a:gd name="T24" fmla="*/ 438 w 3321"/>
              <a:gd name="T25" fmla="*/ 1142 h 3312"/>
              <a:gd name="T26" fmla="*/ 359 w 3321"/>
              <a:gd name="T27" fmla="*/ 1390 h 3312"/>
              <a:gd name="T28" fmla="*/ 332 w 3321"/>
              <a:gd name="T29" fmla="*/ 1656 h 3312"/>
              <a:gd name="T30" fmla="*/ 359 w 3321"/>
              <a:gd name="T31" fmla="*/ 1922 h 3312"/>
              <a:gd name="T32" fmla="*/ 438 w 3321"/>
              <a:gd name="T33" fmla="*/ 2170 h 3312"/>
              <a:gd name="T34" fmla="*/ 561 w 3321"/>
              <a:gd name="T35" fmla="*/ 2396 h 3312"/>
              <a:gd name="T36" fmla="*/ 723 w 3321"/>
              <a:gd name="T37" fmla="*/ 2591 h 3312"/>
              <a:gd name="T38" fmla="*/ 919 w 3321"/>
              <a:gd name="T39" fmla="*/ 2753 h 3312"/>
              <a:gd name="T40" fmla="*/ 1145 w 3321"/>
              <a:gd name="T41" fmla="*/ 2875 h 3312"/>
              <a:gd name="T42" fmla="*/ 1394 w 3321"/>
              <a:gd name="T43" fmla="*/ 2954 h 3312"/>
              <a:gd name="T44" fmla="*/ 1661 w 3321"/>
              <a:gd name="T45" fmla="*/ 2981 h 3312"/>
              <a:gd name="T46" fmla="*/ 1927 w 3321"/>
              <a:gd name="T47" fmla="*/ 2954 h 3312"/>
              <a:gd name="T48" fmla="*/ 2176 w 3321"/>
              <a:gd name="T49" fmla="*/ 2875 h 3312"/>
              <a:gd name="T50" fmla="*/ 2402 w 3321"/>
              <a:gd name="T51" fmla="*/ 2753 h 3312"/>
              <a:gd name="T52" fmla="*/ 2598 w 3321"/>
              <a:gd name="T53" fmla="*/ 2591 h 3312"/>
              <a:gd name="T54" fmla="*/ 2760 w 3321"/>
              <a:gd name="T55" fmla="*/ 2396 h 3312"/>
              <a:gd name="T56" fmla="*/ 2883 w 3321"/>
              <a:gd name="T57" fmla="*/ 2170 h 3312"/>
              <a:gd name="T58" fmla="*/ 2962 w 3321"/>
              <a:gd name="T59" fmla="*/ 1922 h 3312"/>
              <a:gd name="T60" fmla="*/ 2989 w 3321"/>
              <a:gd name="T61" fmla="*/ 1656 h 3312"/>
              <a:gd name="T62" fmla="*/ 3309 w 3321"/>
              <a:gd name="T63" fmla="*/ 1856 h 3312"/>
              <a:gd name="T64" fmla="*/ 3248 w 3321"/>
              <a:gd name="T65" fmla="*/ 2141 h 3312"/>
              <a:gd name="T66" fmla="*/ 3139 w 3321"/>
              <a:gd name="T67" fmla="*/ 2407 h 3312"/>
              <a:gd name="T68" fmla="*/ 2988 w 3321"/>
              <a:gd name="T69" fmla="*/ 2648 h 3312"/>
              <a:gd name="T70" fmla="*/ 2799 w 3321"/>
              <a:gd name="T71" fmla="*/ 2858 h 3312"/>
              <a:gd name="T72" fmla="*/ 2577 w 3321"/>
              <a:gd name="T73" fmla="*/ 3035 h 3312"/>
              <a:gd name="T74" fmla="*/ 2327 w 3321"/>
              <a:gd name="T75" fmla="*/ 3171 h 3312"/>
              <a:gd name="T76" fmla="*/ 2053 w 3321"/>
              <a:gd name="T77" fmla="*/ 3265 h 3312"/>
              <a:gd name="T78" fmla="*/ 1761 w 3321"/>
              <a:gd name="T79" fmla="*/ 3309 h 3312"/>
              <a:gd name="T80" fmla="*/ 1460 w 3321"/>
              <a:gd name="T81" fmla="*/ 3300 h 3312"/>
              <a:gd name="T82" fmla="*/ 1174 w 3321"/>
              <a:gd name="T83" fmla="*/ 3239 h 3312"/>
              <a:gd name="T84" fmla="*/ 908 w 3321"/>
              <a:gd name="T85" fmla="*/ 3130 h 3312"/>
              <a:gd name="T86" fmla="*/ 666 w 3321"/>
              <a:gd name="T87" fmla="*/ 2980 h 3312"/>
              <a:gd name="T88" fmla="*/ 455 w 3321"/>
              <a:gd name="T89" fmla="*/ 2791 h 3312"/>
              <a:gd name="T90" fmla="*/ 278 w 3321"/>
              <a:gd name="T91" fmla="*/ 2570 h 3312"/>
              <a:gd name="T92" fmla="*/ 141 w 3321"/>
              <a:gd name="T93" fmla="*/ 2320 h 3312"/>
              <a:gd name="T94" fmla="*/ 47 w 3321"/>
              <a:gd name="T95" fmla="*/ 2047 h 3312"/>
              <a:gd name="T96" fmla="*/ 3 w 3321"/>
              <a:gd name="T97" fmla="*/ 1756 h 3312"/>
              <a:gd name="T98" fmla="*/ 12 w 3321"/>
              <a:gd name="T99" fmla="*/ 1456 h 3312"/>
              <a:gd name="T100" fmla="*/ 73 w 3321"/>
              <a:gd name="T101" fmla="*/ 1171 h 3312"/>
              <a:gd name="T102" fmla="*/ 182 w 3321"/>
              <a:gd name="T103" fmla="*/ 905 h 3312"/>
              <a:gd name="T104" fmla="*/ 333 w 3321"/>
              <a:gd name="T105" fmla="*/ 664 h 3312"/>
              <a:gd name="T106" fmla="*/ 522 w 3321"/>
              <a:gd name="T107" fmla="*/ 454 h 3312"/>
              <a:gd name="T108" fmla="*/ 744 w 3321"/>
              <a:gd name="T109" fmla="*/ 277 h 3312"/>
              <a:gd name="T110" fmla="*/ 994 w 3321"/>
              <a:gd name="T111" fmla="*/ 141 h 3312"/>
              <a:gd name="T112" fmla="*/ 1268 w 3321"/>
              <a:gd name="T113" fmla="*/ 47 h 3312"/>
              <a:gd name="T114" fmla="*/ 1560 w 3321"/>
              <a:gd name="T115" fmla="*/ 3 h 3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21" h="3312">
                <a:moveTo>
                  <a:pt x="2922" y="431"/>
                </a:moveTo>
                <a:lnTo>
                  <a:pt x="3155" y="662"/>
                </a:lnTo>
                <a:lnTo>
                  <a:pt x="1494" y="2318"/>
                </a:lnTo>
                <a:lnTo>
                  <a:pt x="748" y="1574"/>
                </a:lnTo>
                <a:lnTo>
                  <a:pt x="979" y="1341"/>
                </a:lnTo>
                <a:lnTo>
                  <a:pt x="1494" y="1855"/>
                </a:lnTo>
                <a:lnTo>
                  <a:pt x="2922" y="431"/>
                </a:lnTo>
                <a:close/>
                <a:moveTo>
                  <a:pt x="1661" y="0"/>
                </a:moveTo>
                <a:lnTo>
                  <a:pt x="1753" y="3"/>
                </a:lnTo>
                <a:lnTo>
                  <a:pt x="1845" y="11"/>
                </a:lnTo>
                <a:lnTo>
                  <a:pt x="1936" y="25"/>
                </a:lnTo>
                <a:lnTo>
                  <a:pt x="2027" y="42"/>
                </a:lnTo>
                <a:lnTo>
                  <a:pt x="2116" y="63"/>
                </a:lnTo>
                <a:lnTo>
                  <a:pt x="2205" y="88"/>
                </a:lnTo>
                <a:lnTo>
                  <a:pt x="2291" y="115"/>
                </a:lnTo>
                <a:lnTo>
                  <a:pt x="2026" y="380"/>
                </a:lnTo>
                <a:lnTo>
                  <a:pt x="1956" y="363"/>
                </a:lnTo>
                <a:lnTo>
                  <a:pt x="1885" y="349"/>
                </a:lnTo>
                <a:lnTo>
                  <a:pt x="1813" y="339"/>
                </a:lnTo>
                <a:lnTo>
                  <a:pt x="1738" y="333"/>
                </a:lnTo>
                <a:lnTo>
                  <a:pt x="1661" y="331"/>
                </a:lnTo>
                <a:lnTo>
                  <a:pt x="1570" y="334"/>
                </a:lnTo>
                <a:lnTo>
                  <a:pt x="1481" y="344"/>
                </a:lnTo>
                <a:lnTo>
                  <a:pt x="1394" y="358"/>
                </a:lnTo>
                <a:lnTo>
                  <a:pt x="1308" y="379"/>
                </a:lnTo>
                <a:lnTo>
                  <a:pt x="1226" y="405"/>
                </a:lnTo>
                <a:lnTo>
                  <a:pt x="1145" y="437"/>
                </a:lnTo>
                <a:lnTo>
                  <a:pt x="1067" y="472"/>
                </a:lnTo>
                <a:lnTo>
                  <a:pt x="991" y="513"/>
                </a:lnTo>
                <a:lnTo>
                  <a:pt x="919" y="559"/>
                </a:lnTo>
                <a:lnTo>
                  <a:pt x="850" y="608"/>
                </a:lnTo>
                <a:lnTo>
                  <a:pt x="785" y="662"/>
                </a:lnTo>
                <a:lnTo>
                  <a:pt x="723" y="721"/>
                </a:lnTo>
                <a:lnTo>
                  <a:pt x="664" y="783"/>
                </a:lnTo>
                <a:lnTo>
                  <a:pt x="610" y="848"/>
                </a:lnTo>
                <a:lnTo>
                  <a:pt x="561" y="916"/>
                </a:lnTo>
                <a:lnTo>
                  <a:pt x="514" y="989"/>
                </a:lnTo>
                <a:lnTo>
                  <a:pt x="473" y="1064"/>
                </a:lnTo>
                <a:lnTo>
                  <a:pt x="438" y="1142"/>
                </a:lnTo>
                <a:lnTo>
                  <a:pt x="407" y="1222"/>
                </a:lnTo>
                <a:lnTo>
                  <a:pt x="380" y="1305"/>
                </a:lnTo>
                <a:lnTo>
                  <a:pt x="359" y="1390"/>
                </a:lnTo>
                <a:lnTo>
                  <a:pt x="345" y="1477"/>
                </a:lnTo>
                <a:lnTo>
                  <a:pt x="335" y="1566"/>
                </a:lnTo>
                <a:lnTo>
                  <a:pt x="332" y="1656"/>
                </a:lnTo>
                <a:lnTo>
                  <a:pt x="335" y="1746"/>
                </a:lnTo>
                <a:lnTo>
                  <a:pt x="345" y="1835"/>
                </a:lnTo>
                <a:lnTo>
                  <a:pt x="359" y="1922"/>
                </a:lnTo>
                <a:lnTo>
                  <a:pt x="380" y="2007"/>
                </a:lnTo>
                <a:lnTo>
                  <a:pt x="407" y="2090"/>
                </a:lnTo>
                <a:lnTo>
                  <a:pt x="438" y="2170"/>
                </a:lnTo>
                <a:lnTo>
                  <a:pt x="473" y="2248"/>
                </a:lnTo>
                <a:lnTo>
                  <a:pt x="514" y="2323"/>
                </a:lnTo>
                <a:lnTo>
                  <a:pt x="561" y="2396"/>
                </a:lnTo>
                <a:lnTo>
                  <a:pt x="610" y="2464"/>
                </a:lnTo>
                <a:lnTo>
                  <a:pt x="664" y="2529"/>
                </a:lnTo>
                <a:lnTo>
                  <a:pt x="723" y="2591"/>
                </a:lnTo>
                <a:lnTo>
                  <a:pt x="785" y="2650"/>
                </a:lnTo>
                <a:lnTo>
                  <a:pt x="850" y="2704"/>
                </a:lnTo>
                <a:lnTo>
                  <a:pt x="919" y="2753"/>
                </a:lnTo>
                <a:lnTo>
                  <a:pt x="991" y="2799"/>
                </a:lnTo>
                <a:lnTo>
                  <a:pt x="1067" y="2840"/>
                </a:lnTo>
                <a:lnTo>
                  <a:pt x="1145" y="2875"/>
                </a:lnTo>
                <a:lnTo>
                  <a:pt x="1226" y="2907"/>
                </a:lnTo>
                <a:lnTo>
                  <a:pt x="1308" y="2933"/>
                </a:lnTo>
                <a:lnTo>
                  <a:pt x="1394" y="2954"/>
                </a:lnTo>
                <a:lnTo>
                  <a:pt x="1481" y="2968"/>
                </a:lnTo>
                <a:lnTo>
                  <a:pt x="1570" y="2978"/>
                </a:lnTo>
                <a:lnTo>
                  <a:pt x="1661" y="2981"/>
                </a:lnTo>
                <a:lnTo>
                  <a:pt x="1751" y="2978"/>
                </a:lnTo>
                <a:lnTo>
                  <a:pt x="1840" y="2968"/>
                </a:lnTo>
                <a:lnTo>
                  <a:pt x="1927" y="2954"/>
                </a:lnTo>
                <a:lnTo>
                  <a:pt x="2013" y="2933"/>
                </a:lnTo>
                <a:lnTo>
                  <a:pt x="2095" y="2907"/>
                </a:lnTo>
                <a:lnTo>
                  <a:pt x="2176" y="2875"/>
                </a:lnTo>
                <a:lnTo>
                  <a:pt x="2254" y="2840"/>
                </a:lnTo>
                <a:lnTo>
                  <a:pt x="2330" y="2799"/>
                </a:lnTo>
                <a:lnTo>
                  <a:pt x="2402" y="2753"/>
                </a:lnTo>
                <a:lnTo>
                  <a:pt x="2471" y="2704"/>
                </a:lnTo>
                <a:lnTo>
                  <a:pt x="2536" y="2650"/>
                </a:lnTo>
                <a:lnTo>
                  <a:pt x="2598" y="2591"/>
                </a:lnTo>
                <a:lnTo>
                  <a:pt x="2657" y="2529"/>
                </a:lnTo>
                <a:lnTo>
                  <a:pt x="2711" y="2464"/>
                </a:lnTo>
                <a:lnTo>
                  <a:pt x="2760" y="2396"/>
                </a:lnTo>
                <a:lnTo>
                  <a:pt x="2807" y="2323"/>
                </a:lnTo>
                <a:lnTo>
                  <a:pt x="2848" y="2248"/>
                </a:lnTo>
                <a:lnTo>
                  <a:pt x="2883" y="2170"/>
                </a:lnTo>
                <a:lnTo>
                  <a:pt x="2914" y="2090"/>
                </a:lnTo>
                <a:lnTo>
                  <a:pt x="2941" y="2007"/>
                </a:lnTo>
                <a:lnTo>
                  <a:pt x="2962" y="1922"/>
                </a:lnTo>
                <a:lnTo>
                  <a:pt x="2976" y="1835"/>
                </a:lnTo>
                <a:lnTo>
                  <a:pt x="2986" y="1746"/>
                </a:lnTo>
                <a:lnTo>
                  <a:pt x="2989" y="1656"/>
                </a:lnTo>
                <a:lnTo>
                  <a:pt x="3321" y="1656"/>
                </a:lnTo>
                <a:lnTo>
                  <a:pt x="3318" y="1756"/>
                </a:lnTo>
                <a:lnTo>
                  <a:pt x="3309" y="1856"/>
                </a:lnTo>
                <a:lnTo>
                  <a:pt x="3294" y="1952"/>
                </a:lnTo>
                <a:lnTo>
                  <a:pt x="3274" y="2047"/>
                </a:lnTo>
                <a:lnTo>
                  <a:pt x="3248" y="2141"/>
                </a:lnTo>
                <a:lnTo>
                  <a:pt x="3216" y="2232"/>
                </a:lnTo>
                <a:lnTo>
                  <a:pt x="3180" y="2320"/>
                </a:lnTo>
                <a:lnTo>
                  <a:pt x="3139" y="2407"/>
                </a:lnTo>
                <a:lnTo>
                  <a:pt x="3094" y="2490"/>
                </a:lnTo>
                <a:lnTo>
                  <a:pt x="3043" y="2570"/>
                </a:lnTo>
                <a:lnTo>
                  <a:pt x="2988" y="2648"/>
                </a:lnTo>
                <a:lnTo>
                  <a:pt x="2930" y="2721"/>
                </a:lnTo>
                <a:lnTo>
                  <a:pt x="2866" y="2791"/>
                </a:lnTo>
                <a:lnTo>
                  <a:pt x="2799" y="2858"/>
                </a:lnTo>
                <a:lnTo>
                  <a:pt x="2728" y="2922"/>
                </a:lnTo>
                <a:lnTo>
                  <a:pt x="2655" y="2980"/>
                </a:lnTo>
                <a:lnTo>
                  <a:pt x="2577" y="3035"/>
                </a:lnTo>
                <a:lnTo>
                  <a:pt x="2497" y="3085"/>
                </a:lnTo>
                <a:lnTo>
                  <a:pt x="2413" y="3130"/>
                </a:lnTo>
                <a:lnTo>
                  <a:pt x="2327" y="3171"/>
                </a:lnTo>
                <a:lnTo>
                  <a:pt x="2238" y="3208"/>
                </a:lnTo>
                <a:lnTo>
                  <a:pt x="2147" y="3239"/>
                </a:lnTo>
                <a:lnTo>
                  <a:pt x="2053" y="3265"/>
                </a:lnTo>
                <a:lnTo>
                  <a:pt x="1957" y="3285"/>
                </a:lnTo>
                <a:lnTo>
                  <a:pt x="1861" y="3300"/>
                </a:lnTo>
                <a:lnTo>
                  <a:pt x="1761" y="3309"/>
                </a:lnTo>
                <a:lnTo>
                  <a:pt x="1661" y="3312"/>
                </a:lnTo>
                <a:lnTo>
                  <a:pt x="1560" y="3309"/>
                </a:lnTo>
                <a:lnTo>
                  <a:pt x="1460" y="3300"/>
                </a:lnTo>
                <a:lnTo>
                  <a:pt x="1364" y="3285"/>
                </a:lnTo>
                <a:lnTo>
                  <a:pt x="1268" y="3265"/>
                </a:lnTo>
                <a:lnTo>
                  <a:pt x="1174" y="3239"/>
                </a:lnTo>
                <a:lnTo>
                  <a:pt x="1083" y="3208"/>
                </a:lnTo>
                <a:lnTo>
                  <a:pt x="994" y="3171"/>
                </a:lnTo>
                <a:lnTo>
                  <a:pt x="908" y="3130"/>
                </a:lnTo>
                <a:lnTo>
                  <a:pt x="824" y="3085"/>
                </a:lnTo>
                <a:lnTo>
                  <a:pt x="744" y="3035"/>
                </a:lnTo>
                <a:lnTo>
                  <a:pt x="666" y="2980"/>
                </a:lnTo>
                <a:lnTo>
                  <a:pt x="593" y="2922"/>
                </a:lnTo>
                <a:lnTo>
                  <a:pt x="522" y="2858"/>
                </a:lnTo>
                <a:lnTo>
                  <a:pt x="455" y="2791"/>
                </a:lnTo>
                <a:lnTo>
                  <a:pt x="391" y="2721"/>
                </a:lnTo>
                <a:lnTo>
                  <a:pt x="333" y="2648"/>
                </a:lnTo>
                <a:lnTo>
                  <a:pt x="278" y="2570"/>
                </a:lnTo>
                <a:lnTo>
                  <a:pt x="227" y="2490"/>
                </a:lnTo>
                <a:lnTo>
                  <a:pt x="182" y="2407"/>
                </a:lnTo>
                <a:lnTo>
                  <a:pt x="141" y="2320"/>
                </a:lnTo>
                <a:lnTo>
                  <a:pt x="105" y="2232"/>
                </a:lnTo>
                <a:lnTo>
                  <a:pt x="73" y="2141"/>
                </a:lnTo>
                <a:lnTo>
                  <a:pt x="47" y="2047"/>
                </a:lnTo>
                <a:lnTo>
                  <a:pt x="27" y="1952"/>
                </a:lnTo>
                <a:lnTo>
                  <a:pt x="12" y="1856"/>
                </a:lnTo>
                <a:lnTo>
                  <a:pt x="3" y="1756"/>
                </a:lnTo>
                <a:lnTo>
                  <a:pt x="0" y="1656"/>
                </a:lnTo>
                <a:lnTo>
                  <a:pt x="3" y="1556"/>
                </a:lnTo>
                <a:lnTo>
                  <a:pt x="12" y="1456"/>
                </a:lnTo>
                <a:lnTo>
                  <a:pt x="27" y="1360"/>
                </a:lnTo>
                <a:lnTo>
                  <a:pt x="47" y="1265"/>
                </a:lnTo>
                <a:lnTo>
                  <a:pt x="73" y="1171"/>
                </a:lnTo>
                <a:lnTo>
                  <a:pt x="105" y="1080"/>
                </a:lnTo>
                <a:lnTo>
                  <a:pt x="141" y="992"/>
                </a:lnTo>
                <a:lnTo>
                  <a:pt x="182" y="905"/>
                </a:lnTo>
                <a:lnTo>
                  <a:pt x="227" y="822"/>
                </a:lnTo>
                <a:lnTo>
                  <a:pt x="278" y="742"/>
                </a:lnTo>
                <a:lnTo>
                  <a:pt x="333" y="664"/>
                </a:lnTo>
                <a:lnTo>
                  <a:pt x="391" y="591"/>
                </a:lnTo>
                <a:lnTo>
                  <a:pt x="455" y="521"/>
                </a:lnTo>
                <a:lnTo>
                  <a:pt x="522" y="454"/>
                </a:lnTo>
                <a:lnTo>
                  <a:pt x="593" y="390"/>
                </a:lnTo>
                <a:lnTo>
                  <a:pt x="666" y="332"/>
                </a:lnTo>
                <a:lnTo>
                  <a:pt x="744" y="277"/>
                </a:lnTo>
                <a:lnTo>
                  <a:pt x="824" y="227"/>
                </a:lnTo>
                <a:lnTo>
                  <a:pt x="908" y="182"/>
                </a:lnTo>
                <a:lnTo>
                  <a:pt x="994" y="141"/>
                </a:lnTo>
                <a:lnTo>
                  <a:pt x="1083" y="104"/>
                </a:lnTo>
                <a:lnTo>
                  <a:pt x="1174" y="73"/>
                </a:lnTo>
                <a:lnTo>
                  <a:pt x="1268" y="47"/>
                </a:lnTo>
                <a:lnTo>
                  <a:pt x="1364" y="27"/>
                </a:lnTo>
                <a:lnTo>
                  <a:pt x="1460" y="12"/>
                </a:lnTo>
                <a:lnTo>
                  <a:pt x="1560" y="3"/>
                </a:lnTo>
                <a:lnTo>
                  <a:pt x="1661" y="0"/>
                </a:lnTo>
                <a:close/>
              </a:path>
            </a:pathLst>
          </a:custGeom>
          <a:solidFill>
            <a:srgbClr val="93C9E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5303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C9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DA899EA-5290-4466-9CDB-D71C1B2EDCFA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endParaRPr lang="ko-KR" altLang="en-US" sz="7200" kern="0" dirty="0">
              <a:solidFill>
                <a:prstClr val="white"/>
              </a:solidFill>
            </a:endParaRPr>
          </a:p>
        </p:txBody>
      </p:sp>
      <p:sp>
        <p:nvSpPr>
          <p:cNvPr id="7" name="모서리가 둥근 직사각형 5">
            <a:extLst>
              <a:ext uri="{FF2B5EF4-FFF2-40B4-BE49-F238E27FC236}">
                <a16:creationId xmlns:a16="http://schemas.microsoft.com/office/drawing/2014/main" id="{978B0B98-AD96-4F4D-A1D3-E344E7E3ADFB}"/>
              </a:ext>
            </a:extLst>
          </p:cNvPr>
          <p:cNvSpPr/>
          <p:nvPr/>
        </p:nvSpPr>
        <p:spPr>
          <a:xfrm>
            <a:off x="222421" y="252037"/>
            <a:ext cx="11747157" cy="635392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dist="127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3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자산이 많은 글로벌기업 시각화</a:t>
            </a:r>
            <a:endParaRPr lang="en-US" altLang="ko-KR" sz="3400" b="1" kern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39193" y="-4029934"/>
            <a:ext cx="10375116" cy="341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7230423" y="1933773"/>
            <a:ext cx="5389776" cy="3650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6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트리</a:t>
            </a:r>
            <a:r>
              <a:rPr lang="ko-KR" altLang="ko-KR" sz="16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차트</a:t>
            </a:r>
            <a:r>
              <a:rPr lang="ko-KR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활용</a:t>
            </a:r>
            <a:endParaRPr lang="en-US" altLang="ko-KR" sz="16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6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자산이 </a:t>
            </a:r>
            <a:r>
              <a:rPr lang="ko-KR" altLang="ko-KR" sz="16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많은 글로벌기업 순위를 시각화 </a:t>
            </a:r>
            <a:endParaRPr lang="en-US" altLang="ko-KR" sz="16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altLang="ko-KR" sz="16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ko-KR" altLang="en-US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위</a:t>
            </a:r>
            <a:r>
              <a:rPr lang="en-US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-</a:t>
            </a:r>
            <a:r>
              <a:rPr lang="ko-KR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중국의 </a:t>
            </a:r>
            <a:r>
              <a:rPr lang="en-US" altLang="ko-KR" sz="16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ICBC, </a:t>
            </a:r>
            <a:endParaRPr lang="en-US" altLang="ko-KR" sz="16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2</a:t>
            </a:r>
            <a:r>
              <a:rPr lang="ko-KR" altLang="en-US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위</a:t>
            </a:r>
            <a:r>
              <a:rPr lang="en-US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-</a:t>
            </a:r>
            <a:r>
              <a:rPr lang="ko-KR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중국의 </a:t>
            </a:r>
            <a:r>
              <a:rPr lang="ko-KR" altLang="ko-KR" sz="16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건설은행</a:t>
            </a:r>
            <a:r>
              <a:rPr lang="en-US" altLang="ko-KR" sz="16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(China Construction</a:t>
            </a:r>
            <a:r>
              <a:rPr lang="en-US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3</a:t>
            </a:r>
            <a:r>
              <a:rPr lang="ko-KR" altLang="en-US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위</a:t>
            </a:r>
            <a:r>
              <a:rPr lang="en-US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-</a:t>
            </a:r>
            <a:r>
              <a:rPr lang="ko-KR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중국의 </a:t>
            </a:r>
            <a:r>
              <a:rPr lang="ko-KR" altLang="ko-KR" sz="16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농업은행</a:t>
            </a:r>
            <a:r>
              <a:rPr lang="en-US" altLang="ko-KR" sz="16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(Agricultural Bank of China</a:t>
            </a:r>
            <a:r>
              <a:rPr lang="en-US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그 </a:t>
            </a:r>
            <a:r>
              <a:rPr lang="ko-KR" altLang="ko-KR" sz="16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뒤로는 미국의 </a:t>
            </a:r>
            <a:r>
              <a:rPr lang="ko-KR" altLang="ko-KR" sz="1600" kern="100" dirty="0" err="1">
                <a:latin typeface="맑은 고딕" panose="020B0503020000020004" pitchFamily="50" charset="-127"/>
                <a:cs typeface="Times New Roman" panose="02020603050405020304" pitchFamily="18" charset="0"/>
              </a:rPr>
              <a:t>패니메이</a:t>
            </a:r>
            <a:r>
              <a:rPr lang="en-US" altLang="ko-KR" sz="16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(Fannie </a:t>
            </a:r>
            <a:r>
              <a:rPr lang="en-US" altLang="ko-KR" sz="1600" kern="100" dirty="0" err="1">
                <a:latin typeface="맑은 고딕" panose="020B0503020000020004" pitchFamily="50" charset="-127"/>
                <a:cs typeface="Times New Roman" panose="02020603050405020304" pitchFamily="18" charset="0"/>
              </a:rPr>
              <a:t>mae</a:t>
            </a:r>
            <a:r>
              <a:rPr lang="en-US" altLang="ko-KR" sz="16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), </a:t>
            </a:r>
            <a:endParaRPr lang="en-US" altLang="ko-KR" sz="16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중국은행</a:t>
            </a:r>
            <a:r>
              <a:rPr lang="en-US" altLang="ko-KR" sz="16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(Bank of China), </a:t>
            </a:r>
            <a:endParaRPr lang="en-US" altLang="ko-KR" sz="16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미국의 </a:t>
            </a:r>
            <a:r>
              <a:rPr lang="ko-KR" altLang="ko-KR" sz="16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제이피모건체이스</a:t>
            </a:r>
            <a:r>
              <a:rPr lang="en-US" altLang="ko-KR" sz="16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(JPMorgan Chase) </a:t>
            </a:r>
            <a:r>
              <a:rPr lang="ko-KR" altLang="ko-KR" sz="16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등등</a:t>
            </a:r>
            <a:endParaRPr lang="ko-KR" altLang="ko-KR" sz="16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Freeform 6"/>
          <p:cNvSpPr>
            <a:spLocks noEditPoints="1"/>
          </p:cNvSpPr>
          <p:nvPr/>
        </p:nvSpPr>
        <p:spPr bwMode="auto">
          <a:xfrm>
            <a:off x="6867348" y="1916797"/>
            <a:ext cx="368075" cy="367078"/>
          </a:xfrm>
          <a:custGeom>
            <a:avLst/>
            <a:gdLst>
              <a:gd name="T0" fmla="*/ 1494 w 3321"/>
              <a:gd name="T1" fmla="*/ 2318 h 3312"/>
              <a:gd name="T2" fmla="*/ 1494 w 3321"/>
              <a:gd name="T3" fmla="*/ 1855 h 3312"/>
              <a:gd name="T4" fmla="*/ 1753 w 3321"/>
              <a:gd name="T5" fmla="*/ 3 h 3312"/>
              <a:gd name="T6" fmla="*/ 2027 w 3321"/>
              <a:gd name="T7" fmla="*/ 42 h 3312"/>
              <a:gd name="T8" fmla="*/ 2291 w 3321"/>
              <a:gd name="T9" fmla="*/ 115 h 3312"/>
              <a:gd name="T10" fmla="*/ 1885 w 3321"/>
              <a:gd name="T11" fmla="*/ 349 h 3312"/>
              <a:gd name="T12" fmla="*/ 1661 w 3321"/>
              <a:gd name="T13" fmla="*/ 331 h 3312"/>
              <a:gd name="T14" fmla="*/ 1394 w 3321"/>
              <a:gd name="T15" fmla="*/ 358 h 3312"/>
              <a:gd name="T16" fmla="*/ 1145 w 3321"/>
              <a:gd name="T17" fmla="*/ 437 h 3312"/>
              <a:gd name="T18" fmla="*/ 919 w 3321"/>
              <a:gd name="T19" fmla="*/ 559 h 3312"/>
              <a:gd name="T20" fmla="*/ 723 w 3321"/>
              <a:gd name="T21" fmla="*/ 721 h 3312"/>
              <a:gd name="T22" fmla="*/ 561 w 3321"/>
              <a:gd name="T23" fmla="*/ 916 h 3312"/>
              <a:gd name="T24" fmla="*/ 438 w 3321"/>
              <a:gd name="T25" fmla="*/ 1142 h 3312"/>
              <a:gd name="T26" fmla="*/ 359 w 3321"/>
              <a:gd name="T27" fmla="*/ 1390 h 3312"/>
              <a:gd name="T28" fmla="*/ 332 w 3321"/>
              <a:gd name="T29" fmla="*/ 1656 h 3312"/>
              <a:gd name="T30" fmla="*/ 359 w 3321"/>
              <a:gd name="T31" fmla="*/ 1922 h 3312"/>
              <a:gd name="T32" fmla="*/ 438 w 3321"/>
              <a:gd name="T33" fmla="*/ 2170 h 3312"/>
              <a:gd name="T34" fmla="*/ 561 w 3321"/>
              <a:gd name="T35" fmla="*/ 2396 h 3312"/>
              <a:gd name="T36" fmla="*/ 723 w 3321"/>
              <a:gd name="T37" fmla="*/ 2591 h 3312"/>
              <a:gd name="T38" fmla="*/ 919 w 3321"/>
              <a:gd name="T39" fmla="*/ 2753 h 3312"/>
              <a:gd name="T40" fmla="*/ 1145 w 3321"/>
              <a:gd name="T41" fmla="*/ 2875 h 3312"/>
              <a:gd name="T42" fmla="*/ 1394 w 3321"/>
              <a:gd name="T43" fmla="*/ 2954 h 3312"/>
              <a:gd name="T44" fmla="*/ 1661 w 3321"/>
              <a:gd name="T45" fmla="*/ 2981 h 3312"/>
              <a:gd name="T46" fmla="*/ 1927 w 3321"/>
              <a:gd name="T47" fmla="*/ 2954 h 3312"/>
              <a:gd name="T48" fmla="*/ 2176 w 3321"/>
              <a:gd name="T49" fmla="*/ 2875 h 3312"/>
              <a:gd name="T50" fmla="*/ 2402 w 3321"/>
              <a:gd name="T51" fmla="*/ 2753 h 3312"/>
              <a:gd name="T52" fmla="*/ 2598 w 3321"/>
              <a:gd name="T53" fmla="*/ 2591 h 3312"/>
              <a:gd name="T54" fmla="*/ 2760 w 3321"/>
              <a:gd name="T55" fmla="*/ 2396 h 3312"/>
              <a:gd name="T56" fmla="*/ 2883 w 3321"/>
              <a:gd name="T57" fmla="*/ 2170 h 3312"/>
              <a:gd name="T58" fmla="*/ 2962 w 3321"/>
              <a:gd name="T59" fmla="*/ 1922 h 3312"/>
              <a:gd name="T60" fmla="*/ 2989 w 3321"/>
              <a:gd name="T61" fmla="*/ 1656 h 3312"/>
              <a:gd name="T62" fmla="*/ 3309 w 3321"/>
              <a:gd name="T63" fmla="*/ 1856 h 3312"/>
              <a:gd name="T64" fmla="*/ 3248 w 3321"/>
              <a:gd name="T65" fmla="*/ 2141 h 3312"/>
              <a:gd name="T66" fmla="*/ 3139 w 3321"/>
              <a:gd name="T67" fmla="*/ 2407 h 3312"/>
              <a:gd name="T68" fmla="*/ 2988 w 3321"/>
              <a:gd name="T69" fmla="*/ 2648 h 3312"/>
              <a:gd name="T70" fmla="*/ 2799 w 3321"/>
              <a:gd name="T71" fmla="*/ 2858 h 3312"/>
              <a:gd name="T72" fmla="*/ 2577 w 3321"/>
              <a:gd name="T73" fmla="*/ 3035 h 3312"/>
              <a:gd name="T74" fmla="*/ 2327 w 3321"/>
              <a:gd name="T75" fmla="*/ 3171 h 3312"/>
              <a:gd name="T76" fmla="*/ 2053 w 3321"/>
              <a:gd name="T77" fmla="*/ 3265 h 3312"/>
              <a:gd name="T78" fmla="*/ 1761 w 3321"/>
              <a:gd name="T79" fmla="*/ 3309 h 3312"/>
              <a:gd name="T80" fmla="*/ 1460 w 3321"/>
              <a:gd name="T81" fmla="*/ 3300 h 3312"/>
              <a:gd name="T82" fmla="*/ 1174 w 3321"/>
              <a:gd name="T83" fmla="*/ 3239 h 3312"/>
              <a:gd name="T84" fmla="*/ 908 w 3321"/>
              <a:gd name="T85" fmla="*/ 3130 h 3312"/>
              <a:gd name="T86" fmla="*/ 666 w 3321"/>
              <a:gd name="T87" fmla="*/ 2980 h 3312"/>
              <a:gd name="T88" fmla="*/ 455 w 3321"/>
              <a:gd name="T89" fmla="*/ 2791 h 3312"/>
              <a:gd name="T90" fmla="*/ 278 w 3321"/>
              <a:gd name="T91" fmla="*/ 2570 h 3312"/>
              <a:gd name="T92" fmla="*/ 141 w 3321"/>
              <a:gd name="T93" fmla="*/ 2320 h 3312"/>
              <a:gd name="T94" fmla="*/ 47 w 3321"/>
              <a:gd name="T95" fmla="*/ 2047 h 3312"/>
              <a:gd name="T96" fmla="*/ 3 w 3321"/>
              <a:gd name="T97" fmla="*/ 1756 h 3312"/>
              <a:gd name="T98" fmla="*/ 12 w 3321"/>
              <a:gd name="T99" fmla="*/ 1456 h 3312"/>
              <a:gd name="T100" fmla="*/ 73 w 3321"/>
              <a:gd name="T101" fmla="*/ 1171 h 3312"/>
              <a:gd name="T102" fmla="*/ 182 w 3321"/>
              <a:gd name="T103" fmla="*/ 905 h 3312"/>
              <a:gd name="T104" fmla="*/ 333 w 3321"/>
              <a:gd name="T105" fmla="*/ 664 h 3312"/>
              <a:gd name="T106" fmla="*/ 522 w 3321"/>
              <a:gd name="T107" fmla="*/ 454 h 3312"/>
              <a:gd name="T108" fmla="*/ 744 w 3321"/>
              <a:gd name="T109" fmla="*/ 277 h 3312"/>
              <a:gd name="T110" fmla="*/ 994 w 3321"/>
              <a:gd name="T111" fmla="*/ 141 h 3312"/>
              <a:gd name="T112" fmla="*/ 1268 w 3321"/>
              <a:gd name="T113" fmla="*/ 47 h 3312"/>
              <a:gd name="T114" fmla="*/ 1560 w 3321"/>
              <a:gd name="T115" fmla="*/ 3 h 3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21" h="3312">
                <a:moveTo>
                  <a:pt x="2922" y="431"/>
                </a:moveTo>
                <a:lnTo>
                  <a:pt x="3155" y="662"/>
                </a:lnTo>
                <a:lnTo>
                  <a:pt x="1494" y="2318"/>
                </a:lnTo>
                <a:lnTo>
                  <a:pt x="748" y="1574"/>
                </a:lnTo>
                <a:lnTo>
                  <a:pt x="979" y="1341"/>
                </a:lnTo>
                <a:lnTo>
                  <a:pt x="1494" y="1855"/>
                </a:lnTo>
                <a:lnTo>
                  <a:pt x="2922" y="431"/>
                </a:lnTo>
                <a:close/>
                <a:moveTo>
                  <a:pt x="1661" y="0"/>
                </a:moveTo>
                <a:lnTo>
                  <a:pt x="1753" y="3"/>
                </a:lnTo>
                <a:lnTo>
                  <a:pt x="1845" y="11"/>
                </a:lnTo>
                <a:lnTo>
                  <a:pt x="1936" y="25"/>
                </a:lnTo>
                <a:lnTo>
                  <a:pt x="2027" y="42"/>
                </a:lnTo>
                <a:lnTo>
                  <a:pt x="2116" y="63"/>
                </a:lnTo>
                <a:lnTo>
                  <a:pt x="2205" y="88"/>
                </a:lnTo>
                <a:lnTo>
                  <a:pt x="2291" y="115"/>
                </a:lnTo>
                <a:lnTo>
                  <a:pt x="2026" y="380"/>
                </a:lnTo>
                <a:lnTo>
                  <a:pt x="1956" y="363"/>
                </a:lnTo>
                <a:lnTo>
                  <a:pt x="1885" y="349"/>
                </a:lnTo>
                <a:lnTo>
                  <a:pt x="1813" y="339"/>
                </a:lnTo>
                <a:lnTo>
                  <a:pt x="1738" y="333"/>
                </a:lnTo>
                <a:lnTo>
                  <a:pt x="1661" y="331"/>
                </a:lnTo>
                <a:lnTo>
                  <a:pt x="1570" y="334"/>
                </a:lnTo>
                <a:lnTo>
                  <a:pt x="1481" y="344"/>
                </a:lnTo>
                <a:lnTo>
                  <a:pt x="1394" y="358"/>
                </a:lnTo>
                <a:lnTo>
                  <a:pt x="1308" y="379"/>
                </a:lnTo>
                <a:lnTo>
                  <a:pt x="1226" y="405"/>
                </a:lnTo>
                <a:lnTo>
                  <a:pt x="1145" y="437"/>
                </a:lnTo>
                <a:lnTo>
                  <a:pt x="1067" y="472"/>
                </a:lnTo>
                <a:lnTo>
                  <a:pt x="991" y="513"/>
                </a:lnTo>
                <a:lnTo>
                  <a:pt x="919" y="559"/>
                </a:lnTo>
                <a:lnTo>
                  <a:pt x="850" y="608"/>
                </a:lnTo>
                <a:lnTo>
                  <a:pt x="785" y="662"/>
                </a:lnTo>
                <a:lnTo>
                  <a:pt x="723" y="721"/>
                </a:lnTo>
                <a:lnTo>
                  <a:pt x="664" y="783"/>
                </a:lnTo>
                <a:lnTo>
                  <a:pt x="610" y="848"/>
                </a:lnTo>
                <a:lnTo>
                  <a:pt x="561" y="916"/>
                </a:lnTo>
                <a:lnTo>
                  <a:pt x="514" y="989"/>
                </a:lnTo>
                <a:lnTo>
                  <a:pt x="473" y="1064"/>
                </a:lnTo>
                <a:lnTo>
                  <a:pt x="438" y="1142"/>
                </a:lnTo>
                <a:lnTo>
                  <a:pt x="407" y="1222"/>
                </a:lnTo>
                <a:lnTo>
                  <a:pt x="380" y="1305"/>
                </a:lnTo>
                <a:lnTo>
                  <a:pt x="359" y="1390"/>
                </a:lnTo>
                <a:lnTo>
                  <a:pt x="345" y="1477"/>
                </a:lnTo>
                <a:lnTo>
                  <a:pt x="335" y="1566"/>
                </a:lnTo>
                <a:lnTo>
                  <a:pt x="332" y="1656"/>
                </a:lnTo>
                <a:lnTo>
                  <a:pt x="335" y="1746"/>
                </a:lnTo>
                <a:lnTo>
                  <a:pt x="345" y="1835"/>
                </a:lnTo>
                <a:lnTo>
                  <a:pt x="359" y="1922"/>
                </a:lnTo>
                <a:lnTo>
                  <a:pt x="380" y="2007"/>
                </a:lnTo>
                <a:lnTo>
                  <a:pt x="407" y="2090"/>
                </a:lnTo>
                <a:lnTo>
                  <a:pt x="438" y="2170"/>
                </a:lnTo>
                <a:lnTo>
                  <a:pt x="473" y="2248"/>
                </a:lnTo>
                <a:lnTo>
                  <a:pt x="514" y="2323"/>
                </a:lnTo>
                <a:lnTo>
                  <a:pt x="561" y="2396"/>
                </a:lnTo>
                <a:lnTo>
                  <a:pt x="610" y="2464"/>
                </a:lnTo>
                <a:lnTo>
                  <a:pt x="664" y="2529"/>
                </a:lnTo>
                <a:lnTo>
                  <a:pt x="723" y="2591"/>
                </a:lnTo>
                <a:lnTo>
                  <a:pt x="785" y="2650"/>
                </a:lnTo>
                <a:lnTo>
                  <a:pt x="850" y="2704"/>
                </a:lnTo>
                <a:lnTo>
                  <a:pt x="919" y="2753"/>
                </a:lnTo>
                <a:lnTo>
                  <a:pt x="991" y="2799"/>
                </a:lnTo>
                <a:lnTo>
                  <a:pt x="1067" y="2840"/>
                </a:lnTo>
                <a:lnTo>
                  <a:pt x="1145" y="2875"/>
                </a:lnTo>
                <a:lnTo>
                  <a:pt x="1226" y="2907"/>
                </a:lnTo>
                <a:lnTo>
                  <a:pt x="1308" y="2933"/>
                </a:lnTo>
                <a:lnTo>
                  <a:pt x="1394" y="2954"/>
                </a:lnTo>
                <a:lnTo>
                  <a:pt x="1481" y="2968"/>
                </a:lnTo>
                <a:lnTo>
                  <a:pt x="1570" y="2978"/>
                </a:lnTo>
                <a:lnTo>
                  <a:pt x="1661" y="2981"/>
                </a:lnTo>
                <a:lnTo>
                  <a:pt x="1751" y="2978"/>
                </a:lnTo>
                <a:lnTo>
                  <a:pt x="1840" y="2968"/>
                </a:lnTo>
                <a:lnTo>
                  <a:pt x="1927" y="2954"/>
                </a:lnTo>
                <a:lnTo>
                  <a:pt x="2013" y="2933"/>
                </a:lnTo>
                <a:lnTo>
                  <a:pt x="2095" y="2907"/>
                </a:lnTo>
                <a:lnTo>
                  <a:pt x="2176" y="2875"/>
                </a:lnTo>
                <a:lnTo>
                  <a:pt x="2254" y="2840"/>
                </a:lnTo>
                <a:lnTo>
                  <a:pt x="2330" y="2799"/>
                </a:lnTo>
                <a:lnTo>
                  <a:pt x="2402" y="2753"/>
                </a:lnTo>
                <a:lnTo>
                  <a:pt x="2471" y="2704"/>
                </a:lnTo>
                <a:lnTo>
                  <a:pt x="2536" y="2650"/>
                </a:lnTo>
                <a:lnTo>
                  <a:pt x="2598" y="2591"/>
                </a:lnTo>
                <a:lnTo>
                  <a:pt x="2657" y="2529"/>
                </a:lnTo>
                <a:lnTo>
                  <a:pt x="2711" y="2464"/>
                </a:lnTo>
                <a:lnTo>
                  <a:pt x="2760" y="2396"/>
                </a:lnTo>
                <a:lnTo>
                  <a:pt x="2807" y="2323"/>
                </a:lnTo>
                <a:lnTo>
                  <a:pt x="2848" y="2248"/>
                </a:lnTo>
                <a:lnTo>
                  <a:pt x="2883" y="2170"/>
                </a:lnTo>
                <a:lnTo>
                  <a:pt x="2914" y="2090"/>
                </a:lnTo>
                <a:lnTo>
                  <a:pt x="2941" y="2007"/>
                </a:lnTo>
                <a:lnTo>
                  <a:pt x="2962" y="1922"/>
                </a:lnTo>
                <a:lnTo>
                  <a:pt x="2976" y="1835"/>
                </a:lnTo>
                <a:lnTo>
                  <a:pt x="2986" y="1746"/>
                </a:lnTo>
                <a:lnTo>
                  <a:pt x="2989" y="1656"/>
                </a:lnTo>
                <a:lnTo>
                  <a:pt x="3321" y="1656"/>
                </a:lnTo>
                <a:lnTo>
                  <a:pt x="3318" y="1756"/>
                </a:lnTo>
                <a:lnTo>
                  <a:pt x="3309" y="1856"/>
                </a:lnTo>
                <a:lnTo>
                  <a:pt x="3294" y="1952"/>
                </a:lnTo>
                <a:lnTo>
                  <a:pt x="3274" y="2047"/>
                </a:lnTo>
                <a:lnTo>
                  <a:pt x="3248" y="2141"/>
                </a:lnTo>
                <a:lnTo>
                  <a:pt x="3216" y="2232"/>
                </a:lnTo>
                <a:lnTo>
                  <a:pt x="3180" y="2320"/>
                </a:lnTo>
                <a:lnTo>
                  <a:pt x="3139" y="2407"/>
                </a:lnTo>
                <a:lnTo>
                  <a:pt x="3094" y="2490"/>
                </a:lnTo>
                <a:lnTo>
                  <a:pt x="3043" y="2570"/>
                </a:lnTo>
                <a:lnTo>
                  <a:pt x="2988" y="2648"/>
                </a:lnTo>
                <a:lnTo>
                  <a:pt x="2930" y="2721"/>
                </a:lnTo>
                <a:lnTo>
                  <a:pt x="2866" y="2791"/>
                </a:lnTo>
                <a:lnTo>
                  <a:pt x="2799" y="2858"/>
                </a:lnTo>
                <a:lnTo>
                  <a:pt x="2728" y="2922"/>
                </a:lnTo>
                <a:lnTo>
                  <a:pt x="2655" y="2980"/>
                </a:lnTo>
                <a:lnTo>
                  <a:pt x="2577" y="3035"/>
                </a:lnTo>
                <a:lnTo>
                  <a:pt x="2497" y="3085"/>
                </a:lnTo>
                <a:lnTo>
                  <a:pt x="2413" y="3130"/>
                </a:lnTo>
                <a:lnTo>
                  <a:pt x="2327" y="3171"/>
                </a:lnTo>
                <a:lnTo>
                  <a:pt x="2238" y="3208"/>
                </a:lnTo>
                <a:lnTo>
                  <a:pt x="2147" y="3239"/>
                </a:lnTo>
                <a:lnTo>
                  <a:pt x="2053" y="3265"/>
                </a:lnTo>
                <a:lnTo>
                  <a:pt x="1957" y="3285"/>
                </a:lnTo>
                <a:lnTo>
                  <a:pt x="1861" y="3300"/>
                </a:lnTo>
                <a:lnTo>
                  <a:pt x="1761" y="3309"/>
                </a:lnTo>
                <a:lnTo>
                  <a:pt x="1661" y="3312"/>
                </a:lnTo>
                <a:lnTo>
                  <a:pt x="1560" y="3309"/>
                </a:lnTo>
                <a:lnTo>
                  <a:pt x="1460" y="3300"/>
                </a:lnTo>
                <a:lnTo>
                  <a:pt x="1364" y="3285"/>
                </a:lnTo>
                <a:lnTo>
                  <a:pt x="1268" y="3265"/>
                </a:lnTo>
                <a:lnTo>
                  <a:pt x="1174" y="3239"/>
                </a:lnTo>
                <a:lnTo>
                  <a:pt x="1083" y="3208"/>
                </a:lnTo>
                <a:lnTo>
                  <a:pt x="994" y="3171"/>
                </a:lnTo>
                <a:lnTo>
                  <a:pt x="908" y="3130"/>
                </a:lnTo>
                <a:lnTo>
                  <a:pt x="824" y="3085"/>
                </a:lnTo>
                <a:lnTo>
                  <a:pt x="744" y="3035"/>
                </a:lnTo>
                <a:lnTo>
                  <a:pt x="666" y="2980"/>
                </a:lnTo>
                <a:lnTo>
                  <a:pt x="593" y="2922"/>
                </a:lnTo>
                <a:lnTo>
                  <a:pt x="522" y="2858"/>
                </a:lnTo>
                <a:lnTo>
                  <a:pt x="455" y="2791"/>
                </a:lnTo>
                <a:lnTo>
                  <a:pt x="391" y="2721"/>
                </a:lnTo>
                <a:lnTo>
                  <a:pt x="333" y="2648"/>
                </a:lnTo>
                <a:lnTo>
                  <a:pt x="278" y="2570"/>
                </a:lnTo>
                <a:lnTo>
                  <a:pt x="227" y="2490"/>
                </a:lnTo>
                <a:lnTo>
                  <a:pt x="182" y="2407"/>
                </a:lnTo>
                <a:lnTo>
                  <a:pt x="141" y="2320"/>
                </a:lnTo>
                <a:lnTo>
                  <a:pt x="105" y="2232"/>
                </a:lnTo>
                <a:lnTo>
                  <a:pt x="73" y="2141"/>
                </a:lnTo>
                <a:lnTo>
                  <a:pt x="47" y="2047"/>
                </a:lnTo>
                <a:lnTo>
                  <a:pt x="27" y="1952"/>
                </a:lnTo>
                <a:lnTo>
                  <a:pt x="12" y="1856"/>
                </a:lnTo>
                <a:lnTo>
                  <a:pt x="3" y="1756"/>
                </a:lnTo>
                <a:lnTo>
                  <a:pt x="0" y="1656"/>
                </a:lnTo>
                <a:lnTo>
                  <a:pt x="3" y="1556"/>
                </a:lnTo>
                <a:lnTo>
                  <a:pt x="12" y="1456"/>
                </a:lnTo>
                <a:lnTo>
                  <a:pt x="27" y="1360"/>
                </a:lnTo>
                <a:lnTo>
                  <a:pt x="47" y="1265"/>
                </a:lnTo>
                <a:lnTo>
                  <a:pt x="73" y="1171"/>
                </a:lnTo>
                <a:lnTo>
                  <a:pt x="105" y="1080"/>
                </a:lnTo>
                <a:lnTo>
                  <a:pt x="141" y="992"/>
                </a:lnTo>
                <a:lnTo>
                  <a:pt x="182" y="905"/>
                </a:lnTo>
                <a:lnTo>
                  <a:pt x="227" y="822"/>
                </a:lnTo>
                <a:lnTo>
                  <a:pt x="278" y="742"/>
                </a:lnTo>
                <a:lnTo>
                  <a:pt x="333" y="664"/>
                </a:lnTo>
                <a:lnTo>
                  <a:pt x="391" y="591"/>
                </a:lnTo>
                <a:lnTo>
                  <a:pt x="455" y="521"/>
                </a:lnTo>
                <a:lnTo>
                  <a:pt x="522" y="454"/>
                </a:lnTo>
                <a:lnTo>
                  <a:pt x="593" y="390"/>
                </a:lnTo>
                <a:lnTo>
                  <a:pt x="666" y="332"/>
                </a:lnTo>
                <a:lnTo>
                  <a:pt x="744" y="277"/>
                </a:lnTo>
                <a:lnTo>
                  <a:pt x="824" y="227"/>
                </a:lnTo>
                <a:lnTo>
                  <a:pt x="908" y="182"/>
                </a:lnTo>
                <a:lnTo>
                  <a:pt x="994" y="141"/>
                </a:lnTo>
                <a:lnTo>
                  <a:pt x="1083" y="104"/>
                </a:lnTo>
                <a:lnTo>
                  <a:pt x="1174" y="73"/>
                </a:lnTo>
                <a:lnTo>
                  <a:pt x="1268" y="47"/>
                </a:lnTo>
                <a:lnTo>
                  <a:pt x="1364" y="27"/>
                </a:lnTo>
                <a:lnTo>
                  <a:pt x="1460" y="12"/>
                </a:lnTo>
                <a:lnTo>
                  <a:pt x="1560" y="3"/>
                </a:lnTo>
                <a:lnTo>
                  <a:pt x="1661" y="0"/>
                </a:lnTo>
                <a:close/>
              </a:path>
            </a:pathLst>
          </a:custGeom>
          <a:solidFill>
            <a:srgbClr val="93C9E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>
              <a:solidFill>
                <a:prstClr val="black"/>
              </a:solidFill>
            </a:endParaRPr>
          </a:p>
        </p:txBody>
      </p:sp>
      <p:sp>
        <p:nvSpPr>
          <p:cNvPr id="10" name="Freeform 6"/>
          <p:cNvSpPr>
            <a:spLocks noEditPoints="1"/>
          </p:cNvSpPr>
          <p:nvPr/>
        </p:nvSpPr>
        <p:spPr bwMode="auto">
          <a:xfrm>
            <a:off x="6831847" y="2704689"/>
            <a:ext cx="368075" cy="367078"/>
          </a:xfrm>
          <a:custGeom>
            <a:avLst/>
            <a:gdLst>
              <a:gd name="T0" fmla="*/ 1494 w 3321"/>
              <a:gd name="T1" fmla="*/ 2318 h 3312"/>
              <a:gd name="T2" fmla="*/ 1494 w 3321"/>
              <a:gd name="T3" fmla="*/ 1855 h 3312"/>
              <a:gd name="T4" fmla="*/ 1753 w 3321"/>
              <a:gd name="T5" fmla="*/ 3 h 3312"/>
              <a:gd name="T6" fmla="*/ 2027 w 3321"/>
              <a:gd name="T7" fmla="*/ 42 h 3312"/>
              <a:gd name="T8" fmla="*/ 2291 w 3321"/>
              <a:gd name="T9" fmla="*/ 115 h 3312"/>
              <a:gd name="T10" fmla="*/ 1885 w 3321"/>
              <a:gd name="T11" fmla="*/ 349 h 3312"/>
              <a:gd name="T12" fmla="*/ 1661 w 3321"/>
              <a:gd name="T13" fmla="*/ 331 h 3312"/>
              <a:gd name="T14" fmla="*/ 1394 w 3321"/>
              <a:gd name="T15" fmla="*/ 358 h 3312"/>
              <a:gd name="T16" fmla="*/ 1145 w 3321"/>
              <a:gd name="T17" fmla="*/ 437 h 3312"/>
              <a:gd name="T18" fmla="*/ 919 w 3321"/>
              <a:gd name="T19" fmla="*/ 559 h 3312"/>
              <a:gd name="T20" fmla="*/ 723 w 3321"/>
              <a:gd name="T21" fmla="*/ 721 h 3312"/>
              <a:gd name="T22" fmla="*/ 561 w 3321"/>
              <a:gd name="T23" fmla="*/ 916 h 3312"/>
              <a:gd name="T24" fmla="*/ 438 w 3321"/>
              <a:gd name="T25" fmla="*/ 1142 h 3312"/>
              <a:gd name="T26" fmla="*/ 359 w 3321"/>
              <a:gd name="T27" fmla="*/ 1390 h 3312"/>
              <a:gd name="T28" fmla="*/ 332 w 3321"/>
              <a:gd name="T29" fmla="*/ 1656 h 3312"/>
              <a:gd name="T30" fmla="*/ 359 w 3321"/>
              <a:gd name="T31" fmla="*/ 1922 h 3312"/>
              <a:gd name="T32" fmla="*/ 438 w 3321"/>
              <a:gd name="T33" fmla="*/ 2170 h 3312"/>
              <a:gd name="T34" fmla="*/ 561 w 3321"/>
              <a:gd name="T35" fmla="*/ 2396 h 3312"/>
              <a:gd name="T36" fmla="*/ 723 w 3321"/>
              <a:gd name="T37" fmla="*/ 2591 h 3312"/>
              <a:gd name="T38" fmla="*/ 919 w 3321"/>
              <a:gd name="T39" fmla="*/ 2753 h 3312"/>
              <a:gd name="T40" fmla="*/ 1145 w 3321"/>
              <a:gd name="T41" fmla="*/ 2875 h 3312"/>
              <a:gd name="T42" fmla="*/ 1394 w 3321"/>
              <a:gd name="T43" fmla="*/ 2954 h 3312"/>
              <a:gd name="T44" fmla="*/ 1661 w 3321"/>
              <a:gd name="T45" fmla="*/ 2981 h 3312"/>
              <a:gd name="T46" fmla="*/ 1927 w 3321"/>
              <a:gd name="T47" fmla="*/ 2954 h 3312"/>
              <a:gd name="T48" fmla="*/ 2176 w 3321"/>
              <a:gd name="T49" fmla="*/ 2875 h 3312"/>
              <a:gd name="T50" fmla="*/ 2402 w 3321"/>
              <a:gd name="T51" fmla="*/ 2753 h 3312"/>
              <a:gd name="T52" fmla="*/ 2598 w 3321"/>
              <a:gd name="T53" fmla="*/ 2591 h 3312"/>
              <a:gd name="T54" fmla="*/ 2760 w 3321"/>
              <a:gd name="T55" fmla="*/ 2396 h 3312"/>
              <a:gd name="T56" fmla="*/ 2883 w 3321"/>
              <a:gd name="T57" fmla="*/ 2170 h 3312"/>
              <a:gd name="T58" fmla="*/ 2962 w 3321"/>
              <a:gd name="T59" fmla="*/ 1922 h 3312"/>
              <a:gd name="T60" fmla="*/ 2989 w 3321"/>
              <a:gd name="T61" fmla="*/ 1656 h 3312"/>
              <a:gd name="T62" fmla="*/ 3309 w 3321"/>
              <a:gd name="T63" fmla="*/ 1856 h 3312"/>
              <a:gd name="T64" fmla="*/ 3248 w 3321"/>
              <a:gd name="T65" fmla="*/ 2141 h 3312"/>
              <a:gd name="T66" fmla="*/ 3139 w 3321"/>
              <a:gd name="T67" fmla="*/ 2407 h 3312"/>
              <a:gd name="T68" fmla="*/ 2988 w 3321"/>
              <a:gd name="T69" fmla="*/ 2648 h 3312"/>
              <a:gd name="T70" fmla="*/ 2799 w 3321"/>
              <a:gd name="T71" fmla="*/ 2858 h 3312"/>
              <a:gd name="T72" fmla="*/ 2577 w 3321"/>
              <a:gd name="T73" fmla="*/ 3035 h 3312"/>
              <a:gd name="T74" fmla="*/ 2327 w 3321"/>
              <a:gd name="T75" fmla="*/ 3171 h 3312"/>
              <a:gd name="T76" fmla="*/ 2053 w 3321"/>
              <a:gd name="T77" fmla="*/ 3265 h 3312"/>
              <a:gd name="T78" fmla="*/ 1761 w 3321"/>
              <a:gd name="T79" fmla="*/ 3309 h 3312"/>
              <a:gd name="T80" fmla="*/ 1460 w 3321"/>
              <a:gd name="T81" fmla="*/ 3300 h 3312"/>
              <a:gd name="T82" fmla="*/ 1174 w 3321"/>
              <a:gd name="T83" fmla="*/ 3239 h 3312"/>
              <a:gd name="T84" fmla="*/ 908 w 3321"/>
              <a:gd name="T85" fmla="*/ 3130 h 3312"/>
              <a:gd name="T86" fmla="*/ 666 w 3321"/>
              <a:gd name="T87" fmla="*/ 2980 h 3312"/>
              <a:gd name="T88" fmla="*/ 455 w 3321"/>
              <a:gd name="T89" fmla="*/ 2791 h 3312"/>
              <a:gd name="T90" fmla="*/ 278 w 3321"/>
              <a:gd name="T91" fmla="*/ 2570 h 3312"/>
              <a:gd name="T92" fmla="*/ 141 w 3321"/>
              <a:gd name="T93" fmla="*/ 2320 h 3312"/>
              <a:gd name="T94" fmla="*/ 47 w 3321"/>
              <a:gd name="T95" fmla="*/ 2047 h 3312"/>
              <a:gd name="T96" fmla="*/ 3 w 3321"/>
              <a:gd name="T97" fmla="*/ 1756 h 3312"/>
              <a:gd name="T98" fmla="*/ 12 w 3321"/>
              <a:gd name="T99" fmla="*/ 1456 h 3312"/>
              <a:gd name="T100" fmla="*/ 73 w 3321"/>
              <a:gd name="T101" fmla="*/ 1171 h 3312"/>
              <a:gd name="T102" fmla="*/ 182 w 3321"/>
              <a:gd name="T103" fmla="*/ 905 h 3312"/>
              <a:gd name="T104" fmla="*/ 333 w 3321"/>
              <a:gd name="T105" fmla="*/ 664 h 3312"/>
              <a:gd name="T106" fmla="*/ 522 w 3321"/>
              <a:gd name="T107" fmla="*/ 454 h 3312"/>
              <a:gd name="T108" fmla="*/ 744 w 3321"/>
              <a:gd name="T109" fmla="*/ 277 h 3312"/>
              <a:gd name="T110" fmla="*/ 994 w 3321"/>
              <a:gd name="T111" fmla="*/ 141 h 3312"/>
              <a:gd name="T112" fmla="*/ 1268 w 3321"/>
              <a:gd name="T113" fmla="*/ 47 h 3312"/>
              <a:gd name="T114" fmla="*/ 1560 w 3321"/>
              <a:gd name="T115" fmla="*/ 3 h 3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21" h="3312">
                <a:moveTo>
                  <a:pt x="2922" y="431"/>
                </a:moveTo>
                <a:lnTo>
                  <a:pt x="3155" y="662"/>
                </a:lnTo>
                <a:lnTo>
                  <a:pt x="1494" y="2318"/>
                </a:lnTo>
                <a:lnTo>
                  <a:pt x="748" y="1574"/>
                </a:lnTo>
                <a:lnTo>
                  <a:pt x="979" y="1341"/>
                </a:lnTo>
                <a:lnTo>
                  <a:pt x="1494" y="1855"/>
                </a:lnTo>
                <a:lnTo>
                  <a:pt x="2922" y="431"/>
                </a:lnTo>
                <a:close/>
                <a:moveTo>
                  <a:pt x="1661" y="0"/>
                </a:moveTo>
                <a:lnTo>
                  <a:pt x="1753" y="3"/>
                </a:lnTo>
                <a:lnTo>
                  <a:pt x="1845" y="11"/>
                </a:lnTo>
                <a:lnTo>
                  <a:pt x="1936" y="25"/>
                </a:lnTo>
                <a:lnTo>
                  <a:pt x="2027" y="42"/>
                </a:lnTo>
                <a:lnTo>
                  <a:pt x="2116" y="63"/>
                </a:lnTo>
                <a:lnTo>
                  <a:pt x="2205" y="88"/>
                </a:lnTo>
                <a:lnTo>
                  <a:pt x="2291" y="115"/>
                </a:lnTo>
                <a:lnTo>
                  <a:pt x="2026" y="380"/>
                </a:lnTo>
                <a:lnTo>
                  <a:pt x="1956" y="363"/>
                </a:lnTo>
                <a:lnTo>
                  <a:pt x="1885" y="349"/>
                </a:lnTo>
                <a:lnTo>
                  <a:pt x="1813" y="339"/>
                </a:lnTo>
                <a:lnTo>
                  <a:pt x="1738" y="333"/>
                </a:lnTo>
                <a:lnTo>
                  <a:pt x="1661" y="331"/>
                </a:lnTo>
                <a:lnTo>
                  <a:pt x="1570" y="334"/>
                </a:lnTo>
                <a:lnTo>
                  <a:pt x="1481" y="344"/>
                </a:lnTo>
                <a:lnTo>
                  <a:pt x="1394" y="358"/>
                </a:lnTo>
                <a:lnTo>
                  <a:pt x="1308" y="379"/>
                </a:lnTo>
                <a:lnTo>
                  <a:pt x="1226" y="405"/>
                </a:lnTo>
                <a:lnTo>
                  <a:pt x="1145" y="437"/>
                </a:lnTo>
                <a:lnTo>
                  <a:pt x="1067" y="472"/>
                </a:lnTo>
                <a:lnTo>
                  <a:pt x="991" y="513"/>
                </a:lnTo>
                <a:lnTo>
                  <a:pt x="919" y="559"/>
                </a:lnTo>
                <a:lnTo>
                  <a:pt x="850" y="608"/>
                </a:lnTo>
                <a:lnTo>
                  <a:pt x="785" y="662"/>
                </a:lnTo>
                <a:lnTo>
                  <a:pt x="723" y="721"/>
                </a:lnTo>
                <a:lnTo>
                  <a:pt x="664" y="783"/>
                </a:lnTo>
                <a:lnTo>
                  <a:pt x="610" y="848"/>
                </a:lnTo>
                <a:lnTo>
                  <a:pt x="561" y="916"/>
                </a:lnTo>
                <a:lnTo>
                  <a:pt x="514" y="989"/>
                </a:lnTo>
                <a:lnTo>
                  <a:pt x="473" y="1064"/>
                </a:lnTo>
                <a:lnTo>
                  <a:pt x="438" y="1142"/>
                </a:lnTo>
                <a:lnTo>
                  <a:pt x="407" y="1222"/>
                </a:lnTo>
                <a:lnTo>
                  <a:pt x="380" y="1305"/>
                </a:lnTo>
                <a:lnTo>
                  <a:pt x="359" y="1390"/>
                </a:lnTo>
                <a:lnTo>
                  <a:pt x="345" y="1477"/>
                </a:lnTo>
                <a:lnTo>
                  <a:pt x="335" y="1566"/>
                </a:lnTo>
                <a:lnTo>
                  <a:pt x="332" y="1656"/>
                </a:lnTo>
                <a:lnTo>
                  <a:pt x="335" y="1746"/>
                </a:lnTo>
                <a:lnTo>
                  <a:pt x="345" y="1835"/>
                </a:lnTo>
                <a:lnTo>
                  <a:pt x="359" y="1922"/>
                </a:lnTo>
                <a:lnTo>
                  <a:pt x="380" y="2007"/>
                </a:lnTo>
                <a:lnTo>
                  <a:pt x="407" y="2090"/>
                </a:lnTo>
                <a:lnTo>
                  <a:pt x="438" y="2170"/>
                </a:lnTo>
                <a:lnTo>
                  <a:pt x="473" y="2248"/>
                </a:lnTo>
                <a:lnTo>
                  <a:pt x="514" y="2323"/>
                </a:lnTo>
                <a:lnTo>
                  <a:pt x="561" y="2396"/>
                </a:lnTo>
                <a:lnTo>
                  <a:pt x="610" y="2464"/>
                </a:lnTo>
                <a:lnTo>
                  <a:pt x="664" y="2529"/>
                </a:lnTo>
                <a:lnTo>
                  <a:pt x="723" y="2591"/>
                </a:lnTo>
                <a:lnTo>
                  <a:pt x="785" y="2650"/>
                </a:lnTo>
                <a:lnTo>
                  <a:pt x="850" y="2704"/>
                </a:lnTo>
                <a:lnTo>
                  <a:pt x="919" y="2753"/>
                </a:lnTo>
                <a:lnTo>
                  <a:pt x="991" y="2799"/>
                </a:lnTo>
                <a:lnTo>
                  <a:pt x="1067" y="2840"/>
                </a:lnTo>
                <a:lnTo>
                  <a:pt x="1145" y="2875"/>
                </a:lnTo>
                <a:lnTo>
                  <a:pt x="1226" y="2907"/>
                </a:lnTo>
                <a:lnTo>
                  <a:pt x="1308" y="2933"/>
                </a:lnTo>
                <a:lnTo>
                  <a:pt x="1394" y="2954"/>
                </a:lnTo>
                <a:lnTo>
                  <a:pt x="1481" y="2968"/>
                </a:lnTo>
                <a:lnTo>
                  <a:pt x="1570" y="2978"/>
                </a:lnTo>
                <a:lnTo>
                  <a:pt x="1661" y="2981"/>
                </a:lnTo>
                <a:lnTo>
                  <a:pt x="1751" y="2978"/>
                </a:lnTo>
                <a:lnTo>
                  <a:pt x="1840" y="2968"/>
                </a:lnTo>
                <a:lnTo>
                  <a:pt x="1927" y="2954"/>
                </a:lnTo>
                <a:lnTo>
                  <a:pt x="2013" y="2933"/>
                </a:lnTo>
                <a:lnTo>
                  <a:pt x="2095" y="2907"/>
                </a:lnTo>
                <a:lnTo>
                  <a:pt x="2176" y="2875"/>
                </a:lnTo>
                <a:lnTo>
                  <a:pt x="2254" y="2840"/>
                </a:lnTo>
                <a:lnTo>
                  <a:pt x="2330" y="2799"/>
                </a:lnTo>
                <a:lnTo>
                  <a:pt x="2402" y="2753"/>
                </a:lnTo>
                <a:lnTo>
                  <a:pt x="2471" y="2704"/>
                </a:lnTo>
                <a:lnTo>
                  <a:pt x="2536" y="2650"/>
                </a:lnTo>
                <a:lnTo>
                  <a:pt x="2598" y="2591"/>
                </a:lnTo>
                <a:lnTo>
                  <a:pt x="2657" y="2529"/>
                </a:lnTo>
                <a:lnTo>
                  <a:pt x="2711" y="2464"/>
                </a:lnTo>
                <a:lnTo>
                  <a:pt x="2760" y="2396"/>
                </a:lnTo>
                <a:lnTo>
                  <a:pt x="2807" y="2323"/>
                </a:lnTo>
                <a:lnTo>
                  <a:pt x="2848" y="2248"/>
                </a:lnTo>
                <a:lnTo>
                  <a:pt x="2883" y="2170"/>
                </a:lnTo>
                <a:lnTo>
                  <a:pt x="2914" y="2090"/>
                </a:lnTo>
                <a:lnTo>
                  <a:pt x="2941" y="2007"/>
                </a:lnTo>
                <a:lnTo>
                  <a:pt x="2962" y="1922"/>
                </a:lnTo>
                <a:lnTo>
                  <a:pt x="2976" y="1835"/>
                </a:lnTo>
                <a:lnTo>
                  <a:pt x="2986" y="1746"/>
                </a:lnTo>
                <a:lnTo>
                  <a:pt x="2989" y="1656"/>
                </a:lnTo>
                <a:lnTo>
                  <a:pt x="3321" y="1656"/>
                </a:lnTo>
                <a:lnTo>
                  <a:pt x="3318" y="1756"/>
                </a:lnTo>
                <a:lnTo>
                  <a:pt x="3309" y="1856"/>
                </a:lnTo>
                <a:lnTo>
                  <a:pt x="3294" y="1952"/>
                </a:lnTo>
                <a:lnTo>
                  <a:pt x="3274" y="2047"/>
                </a:lnTo>
                <a:lnTo>
                  <a:pt x="3248" y="2141"/>
                </a:lnTo>
                <a:lnTo>
                  <a:pt x="3216" y="2232"/>
                </a:lnTo>
                <a:lnTo>
                  <a:pt x="3180" y="2320"/>
                </a:lnTo>
                <a:lnTo>
                  <a:pt x="3139" y="2407"/>
                </a:lnTo>
                <a:lnTo>
                  <a:pt x="3094" y="2490"/>
                </a:lnTo>
                <a:lnTo>
                  <a:pt x="3043" y="2570"/>
                </a:lnTo>
                <a:lnTo>
                  <a:pt x="2988" y="2648"/>
                </a:lnTo>
                <a:lnTo>
                  <a:pt x="2930" y="2721"/>
                </a:lnTo>
                <a:lnTo>
                  <a:pt x="2866" y="2791"/>
                </a:lnTo>
                <a:lnTo>
                  <a:pt x="2799" y="2858"/>
                </a:lnTo>
                <a:lnTo>
                  <a:pt x="2728" y="2922"/>
                </a:lnTo>
                <a:lnTo>
                  <a:pt x="2655" y="2980"/>
                </a:lnTo>
                <a:lnTo>
                  <a:pt x="2577" y="3035"/>
                </a:lnTo>
                <a:lnTo>
                  <a:pt x="2497" y="3085"/>
                </a:lnTo>
                <a:lnTo>
                  <a:pt x="2413" y="3130"/>
                </a:lnTo>
                <a:lnTo>
                  <a:pt x="2327" y="3171"/>
                </a:lnTo>
                <a:lnTo>
                  <a:pt x="2238" y="3208"/>
                </a:lnTo>
                <a:lnTo>
                  <a:pt x="2147" y="3239"/>
                </a:lnTo>
                <a:lnTo>
                  <a:pt x="2053" y="3265"/>
                </a:lnTo>
                <a:lnTo>
                  <a:pt x="1957" y="3285"/>
                </a:lnTo>
                <a:lnTo>
                  <a:pt x="1861" y="3300"/>
                </a:lnTo>
                <a:lnTo>
                  <a:pt x="1761" y="3309"/>
                </a:lnTo>
                <a:lnTo>
                  <a:pt x="1661" y="3312"/>
                </a:lnTo>
                <a:lnTo>
                  <a:pt x="1560" y="3309"/>
                </a:lnTo>
                <a:lnTo>
                  <a:pt x="1460" y="3300"/>
                </a:lnTo>
                <a:lnTo>
                  <a:pt x="1364" y="3285"/>
                </a:lnTo>
                <a:lnTo>
                  <a:pt x="1268" y="3265"/>
                </a:lnTo>
                <a:lnTo>
                  <a:pt x="1174" y="3239"/>
                </a:lnTo>
                <a:lnTo>
                  <a:pt x="1083" y="3208"/>
                </a:lnTo>
                <a:lnTo>
                  <a:pt x="994" y="3171"/>
                </a:lnTo>
                <a:lnTo>
                  <a:pt x="908" y="3130"/>
                </a:lnTo>
                <a:lnTo>
                  <a:pt x="824" y="3085"/>
                </a:lnTo>
                <a:lnTo>
                  <a:pt x="744" y="3035"/>
                </a:lnTo>
                <a:lnTo>
                  <a:pt x="666" y="2980"/>
                </a:lnTo>
                <a:lnTo>
                  <a:pt x="593" y="2922"/>
                </a:lnTo>
                <a:lnTo>
                  <a:pt x="522" y="2858"/>
                </a:lnTo>
                <a:lnTo>
                  <a:pt x="455" y="2791"/>
                </a:lnTo>
                <a:lnTo>
                  <a:pt x="391" y="2721"/>
                </a:lnTo>
                <a:lnTo>
                  <a:pt x="333" y="2648"/>
                </a:lnTo>
                <a:lnTo>
                  <a:pt x="278" y="2570"/>
                </a:lnTo>
                <a:lnTo>
                  <a:pt x="227" y="2490"/>
                </a:lnTo>
                <a:lnTo>
                  <a:pt x="182" y="2407"/>
                </a:lnTo>
                <a:lnTo>
                  <a:pt x="141" y="2320"/>
                </a:lnTo>
                <a:lnTo>
                  <a:pt x="105" y="2232"/>
                </a:lnTo>
                <a:lnTo>
                  <a:pt x="73" y="2141"/>
                </a:lnTo>
                <a:lnTo>
                  <a:pt x="47" y="2047"/>
                </a:lnTo>
                <a:lnTo>
                  <a:pt x="27" y="1952"/>
                </a:lnTo>
                <a:lnTo>
                  <a:pt x="12" y="1856"/>
                </a:lnTo>
                <a:lnTo>
                  <a:pt x="3" y="1756"/>
                </a:lnTo>
                <a:lnTo>
                  <a:pt x="0" y="1656"/>
                </a:lnTo>
                <a:lnTo>
                  <a:pt x="3" y="1556"/>
                </a:lnTo>
                <a:lnTo>
                  <a:pt x="12" y="1456"/>
                </a:lnTo>
                <a:lnTo>
                  <a:pt x="27" y="1360"/>
                </a:lnTo>
                <a:lnTo>
                  <a:pt x="47" y="1265"/>
                </a:lnTo>
                <a:lnTo>
                  <a:pt x="73" y="1171"/>
                </a:lnTo>
                <a:lnTo>
                  <a:pt x="105" y="1080"/>
                </a:lnTo>
                <a:lnTo>
                  <a:pt x="141" y="992"/>
                </a:lnTo>
                <a:lnTo>
                  <a:pt x="182" y="905"/>
                </a:lnTo>
                <a:lnTo>
                  <a:pt x="227" y="822"/>
                </a:lnTo>
                <a:lnTo>
                  <a:pt x="278" y="742"/>
                </a:lnTo>
                <a:lnTo>
                  <a:pt x="333" y="664"/>
                </a:lnTo>
                <a:lnTo>
                  <a:pt x="391" y="591"/>
                </a:lnTo>
                <a:lnTo>
                  <a:pt x="455" y="521"/>
                </a:lnTo>
                <a:lnTo>
                  <a:pt x="522" y="454"/>
                </a:lnTo>
                <a:lnTo>
                  <a:pt x="593" y="390"/>
                </a:lnTo>
                <a:lnTo>
                  <a:pt x="666" y="332"/>
                </a:lnTo>
                <a:lnTo>
                  <a:pt x="744" y="277"/>
                </a:lnTo>
                <a:lnTo>
                  <a:pt x="824" y="227"/>
                </a:lnTo>
                <a:lnTo>
                  <a:pt x="908" y="182"/>
                </a:lnTo>
                <a:lnTo>
                  <a:pt x="994" y="141"/>
                </a:lnTo>
                <a:lnTo>
                  <a:pt x="1083" y="104"/>
                </a:lnTo>
                <a:lnTo>
                  <a:pt x="1174" y="73"/>
                </a:lnTo>
                <a:lnTo>
                  <a:pt x="1268" y="47"/>
                </a:lnTo>
                <a:lnTo>
                  <a:pt x="1364" y="27"/>
                </a:lnTo>
                <a:lnTo>
                  <a:pt x="1460" y="12"/>
                </a:lnTo>
                <a:lnTo>
                  <a:pt x="1560" y="3"/>
                </a:lnTo>
                <a:lnTo>
                  <a:pt x="1661" y="0"/>
                </a:lnTo>
                <a:close/>
              </a:path>
            </a:pathLst>
          </a:custGeom>
          <a:solidFill>
            <a:srgbClr val="93C9E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>
              <a:solidFill>
                <a:prstClr val="black"/>
              </a:solidFill>
            </a:endParaRPr>
          </a:p>
        </p:txBody>
      </p:sp>
      <p:sp>
        <p:nvSpPr>
          <p:cNvPr id="11" name="Freeform 6"/>
          <p:cNvSpPr>
            <a:spLocks noEditPoints="1"/>
          </p:cNvSpPr>
          <p:nvPr/>
        </p:nvSpPr>
        <p:spPr bwMode="auto">
          <a:xfrm>
            <a:off x="6814086" y="3466915"/>
            <a:ext cx="368075" cy="367078"/>
          </a:xfrm>
          <a:custGeom>
            <a:avLst/>
            <a:gdLst>
              <a:gd name="T0" fmla="*/ 1494 w 3321"/>
              <a:gd name="T1" fmla="*/ 2318 h 3312"/>
              <a:gd name="T2" fmla="*/ 1494 w 3321"/>
              <a:gd name="T3" fmla="*/ 1855 h 3312"/>
              <a:gd name="T4" fmla="*/ 1753 w 3321"/>
              <a:gd name="T5" fmla="*/ 3 h 3312"/>
              <a:gd name="T6" fmla="*/ 2027 w 3321"/>
              <a:gd name="T7" fmla="*/ 42 h 3312"/>
              <a:gd name="T8" fmla="*/ 2291 w 3321"/>
              <a:gd name="T9" fmla="*/ 115 h 3312"/>
              <a:gd name="T10" fmla="*/ 1885 w 3321"/>
              <a:gd name="T11" fmla="*/ 349 h 3312"/>
              <a:gd name="T12" fmla="*/ 1661 w 3321"/>
              <a:gd name="T13" fmla="*/ 331 h 3312"/>
              <a:gd name="T14" fmla="*/ 1394 w 3321"/>
              <a:gd name="T15" fmla="*/ 358 h 3312"/>
              <a:gd name="T16" fmla="*/ 1145 w 3321"/>
              <a:gd name="T17" fmla="*/ 437 h 3312"/>
              <a:gd name="T18" fmla="*/ 919 w 3321"/>
              <a:gd name="T19" fmla="*/ 559 h 3312"/>
              <a:gd name="T20" fmla="*/ 723 w 3321"/>
              <a:gd name="T21" fmla="*/ 721 h 3312"/>
              <a:gd name="T22" fmla="*/ 561 w 3321"/>
              <a:gd name="T23" fmla="*/ 916 h 3312"/>
              <a:gd name="T24" fmla="*/ 438 w 3321"/>
              <a:gd name="T25" fmla="*/ 1142 h 3312"/>
              <a:gd name="T26" fmla="*/ 359 w 3321"/>
              <a:gd name="T27" fmla="*/ 1390 h 3312"/>
              <a:gd name="T28" fmla="*/ 332 w 3321"/>
              <a:gd name="T29" fmla="*/ 1656 h 3312"/>
              <a:gd name="T30" fmla="*/ 359 w 3321"/>
              <a:gd name="T31" fmla="*/ 1922 h 3312"/>
              <a:gd name="T32" fmla="*/ 438 w 3321"/>
              <a:gd name="T33" fmla="*/ 2170 h 3312"/>
              <a:gd name="T34" fmla="*/ 561 w 3321"/>
              <a:gd name="T35" fmla="*/ 2396 h 3312"/>
              <a:gd name="T36" fmla="*/ 723 w 3321"/>
              <a:gd name="T37" fmla="*/ 2591 h 3312"/>
              <a:gd name="T38" fmla="*/ 919 w 3321"/>
              <a:gd name="T39" fmla="*/ 2753 h 3312"/>
              <a:gd name="T40" fmla="*/ 1145 w 3321"/>
              <a:gd name="T41" fmla="*/ 2875 h 3312"/>
              <a:gd name="T42" fmla="*/ 1394 w 3321"/>
              <a:gd name="T43" fmla="*/ 2954 h 3312"/>
              <a:gd name="T44" fmla="*/ 1661 w 3321"/>
              <a:gd name="T45" fmla="*/ 2981 h 3312"/>
              <a:gd name="T46" fmla="*/ 1927 w 3321"/>
              <a:gd name="T47" fmla="*/ 2954 h 3312"/>
              <a:gd name="T48" fmla="*/ 2176 w 3321"/>
              <a:gd name="T49" fmla="*/ 2875 h 3312"/>
              <a:gd name="T50" fmla="*/ 2402 w 3321"/>
              <a:gd name="T51" fmla="*/ 2753 h 3312"/>
              <a:gd name="T52" fmla="*/ 2598 w 3321"/>
              <a:gd name="T53" fmla="*/ 2591 h 3312"/>
              <a:gd name="T54" fmla="*/ 2760 w 3321"/>
              <a:gd name="T55" fmla="*/ 2396 h 3312"/>
              <a:gd name="T56" fmla="*/ 2883 w 3321"/>
              <a:gd name="T57" fmla="*/ 2170 h 3312"/>
              <a:gd name="T58" fmla="*/ 2962 w 3321"/>
              <a:gd name="T59" fmla="*/ 1922 h 3312"/>
              <a:gd name="T60" fmla="*/ 2989 w 3321"/>
              <a:gd name="T61" fmla="*/ 1656 h 3312"/>
              <a:gd name="T62" fmla="*/ 3309 w 3321"/>
              <a:gd name="T63" fmla="*/ 1856 h 3312"/>
              <a:gd name="T64" fmla="*/ 3248 w 3321"/>
              <a:gd name="T65" fmla="*/ 2141 h 3312"/>
              <a:gd name="T66" fmla="*/ 3139 w 3321"/>
              <a:gd name="T67" fmla="*/ 2407 h 3312"/>
              <a:gd name="T68" fmla="*/ 2988 w 3321"/>
              <a:gd name="T69" fmla="*/ 2648 h 3312"/>
              <a:gd name="T70" fmla="*/ 2799 w 3321"/>
              <a:gd name="T71" fmla="*/ 2858 h 3312"/>
              <a:gd name="T72" fmla="*/ 2577 w 3321"/>
              <a:gd name="T73" fmla="*/ 3035 h 3312"/>
              <a:gd name="T74" fmla="*/ 2327 w 3321"/>
              <a:gd name="T75" fmla="*/ 3171 h 3312"/>
              <a:gd name="T76" fmla="*/ 2053 w 3321"/>
              <a:gd name="T77" fmla="*/ 3265 h 3312"/>
              <a:gd name="T78" fmla="*/ 1761 w 3321"/>
              <a:gd name="T79" fmla="*/ 3309 h 3312"/>
              <a:gd name="T80" fmla="*/ 1460 w 3321"/>
              <a:gd name="T81" fmla="*/ 3300 h 3312"/>
              <a:gd name="T82" fmla="*/ 1174 w 3321"/>
              <a:gd name="T83" fmla="*/ 3239 h 3312"/>
              <a:gd name="T84" fmla="*/ 908 w 3321"/>
              <a:gd name="T85" fmla="*/ 3130 h 3312"/>
              <a:gd name="T86" fmla="*/ 666 w 3321"/>
              <a:gd name="T87" fmla="*/ 2980 h 3312"/>
              <a:gd name="T88" fmla="*/ 455 w 3321"/>
              <a:gd name="T89" fmla="*/ 2791 h 3312"/>
              <a:gd name="T90" fmla="*/ 278 w 3321"/>
              <a:gd name="T91" fmla="*/ 2570 h 3312"/>
              <a:gd name="T92" fmla="*/ 141 w 3321"/>
              <a:gd name="T93" fmla="*/ 2320 h 3312"/>
              <a:gd name="T94" fmla="*/ 47 w 3321"/>
              <a:gd name="T95" fmla="*/ 2047 h 3312"/>
              <a:gd name="T96" fmla="*/ 3 w 3321"/>
              <a:gd name="T97" fmla="*/ 1756 h 3312"/>
              <a:gd name="T98" fmla="*/ 12 w 3321"/>
              <a:gd name="T99" fmla="*/ 1456 h 3312"/>
              <a:gd name="T100" fmla="*/ 73 w 3321"/>
              <a:gd name="T101" fmla="*/ 1171 h 3312"/>
              <a:gd name="T102" fmla="*/ 182 w 3321"/>
              <a:gd name="T103" fmla="*/ 905 h 3312"/>
              <a:gd name="T104" fmla="*/ 333 w 3321"/>
              <a:gd name="T105" fmla="*/ 664 h 3312"/>
              <a:gd name="T106" fmla="*/ 522 w 3321"/>
              <a:gd name="T107" fmla="*/ 454 h 3312"/>
              <a:gd name="T108" fmla="*/ 744 w 3321"/>
              <a:gd name="T109" fmla="*/ 277 h 3312"/>
              <a:gd name="T110" fmla="*/ 994 w 3321"/>
              <a:gd name="T111" fmla="*/ 141 h 3312"/>
              <a:gd name="T112" fmla="*/ 1268 w 3321"/>
              <a:gd name="T113" fmla="*/ 47 h 3312"/>
              <a:gd name="T114" fmla="*/ 1560 w 3321"/>
              <a:gd name="T115" fmla="*/ 3 h 3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21" h="3312">
                <a:moveTo>
                  <a:pt x="2922" y="431"/>
                </a:moveTo>
                <a:lnTo>
                  <a:pt x="3155" y="662"/>
                </a:lnTo>
                <a:lnTo>
                  <a:pt x="1494" y="2318"/>
                </a:lnTo>
                <a:lnTo>
                  <a:pt x="748" y="1574"/>
                </a:lnTo>
                <a:lnTo>
                  <a:pt x="979" y="1341"/>
                </a:lnTo>
                <a:lnTo>
                  <a:pt x="1494" y="1855"/>
                </a:lnTo>
                <a:lnTo>
                  <a:pt x="2922" y="431"/>
                </a:lnTo>
                <a:close/>
                <a:moveTo>
                  <a:pt x="1661" y="0"/>
                </a:moveTo>
                <a:lnTo>
                  <a:pt x="1753" y="3"/>
                </a:lnTo>
                <a:lnTo>
                  <a:pt x="1845" y="11"/>
                </a:lnTo>
                <a:lnTo>
                  <a:pt x="1936" y="25"/>
                </a:lnTo>
                <a:lnTo>
                  <a:pt x="2027" y="42"/>
                </a:lnTo>
                <a:lnTo>
                  <a:pt x="2116" y="63"/>
                </a:lnTo>
                <a:lnTo>
                  <a:pt x="2205" y="88"/>
                </a:lnTo>
                <a:lnTo>
                  <a:pt x="2291" y="115"/>
                </a:lnTo>
                <a:lnTo>
                  <a:pt x="2026" y="380"/>
                </a:lnTo>
                <a:lnTo>
                  <a:pt x="1956" y="363"/>
                </a:lnTo>
                <a:lnTo>
                  <a:pt x="1885" y="349"/>
                </a:lnTo>
                <a:lnTo>
                  <a:pt x="1813" y="339"/>
                </a:lnTo>
                <a:lnTo>
                  <a:pt x="1738" y="333"/>
                </a:lnTo>
                <a:lnTo>
                  <a:pt x="1661" y="331"/>
                </a:lnTo>
                <a:lnTo>
                  <a:pt x="1570" y="334"/>
                </a:lnTo>
                <a:lnTo>
                  <a:pt x="1481" y="344"/>
                </a:lnTo>
                <a:lnTo>
                  <a:pt x="1394" y="358"/>
                </a:lnTo>
                <a:lnTo>
                  <a:pt x="1308" y="379"/>
                </a:lnTo>
                <a:lnTo>
                  <a:pt x="1226" y="405"/>
                </a:lnTo>
                <a:lnTo>
                  <a:pt x="1145" y="437"/>
                </a:lnTo>
                <a:lnTo>
                  <a:pt x="1067" y="472"/>
                </a:lnTo>
                <a:lnTo>
                  <a:pt x="991" y="513"/>
                </a:lnTo>
                <a:lnTo>
                  <a:pt x="919" y="559"/>
                </a:lnTo>
                <a:lnTo>
                  <a:pt x="850" y="608"/>
                </a:lnTo>
                <a:lnTo>
                  <a:pt x="785" y="662"/>
                </a:lnTo>
                <a:lnTo>
                  <a:pt x="723" y="721"/>
                </a:lnTo>
                <a:lnTo>
                  <a:pt x="664" y="783"/>
                </a:lnTo>
                <a:lnTo>
                  <a:pt x="610" y="848"/>
                </a:lnTo>
                <a:lnTo>
                  <a:pt x="561" y="916"/>
                </a:lnTo>
                <a:lnTo>
                  <a:pt x="514" y="989"/>
                </a:lnTo>
                <a:lnTo>
                  <a:pt x="473" y="1064"/>
                </a:lnTo>
                <a:lnTo>
                  <a:pt x="438" y="1142"/>
                </a:lnTo>
                <a:lnTo>
                  <a:pt x="407" y="1222"/>
                </a:lnTo>
                <a:lnTo>
                  <a:pt x="380" y="1305"/>
                </a:lnTo>
                <a:lnTo>
                  <a:pt x="359" y="1390"/>
                </a:lnTo>
                <a:lnTo>
                  <a:pt x="345" y="1477"/>
                </a:lnTo>
                <a:lnTo>
                  <a:pt x="335" y="1566"/>
                </a:lnTo>
                <a:lnTo>
                  <a:pt x="332" y="1656"/>
                </a:lnTo>
                <a:lnTo>
                  <a:pt x="335" y="1746"/>
                </a:lnTo>
                <a:lnTo>
                  <a:pt x="345" y="1835"/>
                </a:lnTo>
                <a:lnTo>
                  <a:pt x="359" y="1922"/>
                </a:lnTo>
                <a:lnTo>
                  <a:pt x="380" y="2007"/>
                </a:lnTo>
                <a:lnTo>
                  <a:pt x="407" y="2090"/>
                </a:lnTo>
                <a:lnTo>
                  <a:pt x="438" y="2170"/>
                </a:lnTo>
                <a:lnTo>
                  <a:pt x="473" y="2248"/>
                </a:lnTo>
                <a:lnTo>
                  <a:pt x="514" y="2323"/>
                </a:lnTo>
                <a:lnTo>
                  <a:pt x="561" y="2396"/>
                </a:lnTo>
                <a:lnTo>
                  <a:pt x="610" y="2464"/>
                </a:lnTo>
                <a:lnTo>
                  <a:pt x="664" y="2529"/>
                </a:lnTo>
                <a:lnTo>
                  <a:pt x="723" y="2591"/>
                </a:lnTo>
                <a:lnTo>
                  <a:pt x="785" y="2650"/>
                </a:lnTo>
                <a:lnTo>
                  <a:pt x="850" y="2704"/>
                </a:lnTo>
                <a:lnTo>
                  <a:pt x="919" y="2753"/>
                </a:lnTo>
                <a:lnTo>
                  <a:pt x="991" y="2799"/>
                </a:lnTo>
                <a:lnTo>
                  <a:pt x="1067" y="2840"/>
                </a:lnTo>
                <a:lnTo>
                  <a:pt x="1145" y="2875"/>
                </a:lnTo>
                <a:lnTo>
                  <a:pt x="1226" y="2907"/>
                </a:lnTo>
                <a:lnTo>
                  <a:pt x="1308" y="2933"/>
                </a:lnTo>
                <a:lnTo>
                  <a:pt x="1394" y="2954"/>
                </a:lnTo>
                <a:lnTo>
                  <a:pt x="1481" y="2968"/>
                </a:lnTo>
                <a:lnTo>
                  <a:pt x="1570" y="2978"/>
                </a:lnTo>
                <a:lnTo>
                  <a:pt x="1661" y="2981"/>
                </a:lnTo>
                <a:lnTo>
                  <a:pt x="1751" y="2978"/>
                </a:lnTo>
                <a:lnTo>
                  <a:pt x="1840" y="2968"/>
                </a:lnTo>
                <a:lnTo>
                  <a:pt x="1927" y="2954"/>
                </a:lnTo>
                <a:lnTo>
                  <a:pt x="2013" y="2933"/>
                </a:lnTo>
                <a:lnTo>
                  <a:pt x="2095" y="2907"/>
                </a:lnTo>
                <a:lnTo>
                  <a:pt x="2176" y="2875"/>
                </a:lnTo>
                <a:lnTo>
                  <a:pt x="2254" y="2840"/>
                </a:lnTo>
                <a:lnTo>
                  <a:pt x="2330" y="2799"/>
                </a:lnTo>
                <a:lnTo>
                  <a:pt x="2402" y="2753"/>
                </a:lnTo>
                <a:lnTo>
                  <a:pt x="2471" y="2704"/>
                </a:lnTo>
                <a:lnTo>
                  <a:pt x="2536" y="2650"/>
                </a:lnTo>
                <a:lnTo>
                  <a:pt x="2598" y="2591"/>
                </a:lnTo>
                <a:lnTo>
                  <a:pt x="2657" y="2529"/>
                </a:lnTo>
                <a:lnTo>
                  <a:pt x="2711" y="2464"/>
                </a:lnTo>
                <a:lnTo>
                  <a:pt x="2760" y="2396"/>
                </a:lnTo>
                <a:lnTo>
                  <a:pt x="2807" y="2323"/>
                </a:lnTo>
                <a:lnTo>
                  <a:pt x="2848" y="2248"/>
                </a:lnTo>
                <a:lnTo>
                  <a:pt x="2883" y="2170"/>
                </a:lnTo>
                <a:lnTo>
                  <a:pt x="2914" y="2090"/>
                </a:lnTo>
                <a:lnTo>
                  <a:pt x="2941" y="2007"/>
                </a:lnTo>
                <a:lnTo>
                  <a:pt x="2962" y="1922"/>
                </a:lnTo>
                <a:lnTo>
                  <a:pt x="2976" y="1835"/>
                </a:lnTo>
                <a:lnTo>
                  <a:pt x="2986" y="1746"/>
                </a:lnTo>
                <a:lnTo>
                  <a:pt x="2989" y="1656"/>
                </a:lnTo>
                <a:lnTo>
                  <a:pt x="3321" y="1656"/>
                </a:lnTo>
                <a:lnTo>
                  <a:pt x="3318" y="1756"/>
                </a:lnTo>
                <a:lnTo>
                  <a:pt x="3309" y="1856"/>
                </a:lnTo>
                <a:lnTo>
                  <a:pt x="3294" y="1952"/>
                </a:lnTo>
                <a:lnTo>
                  <a:pt x="3274" y="2047"/>
                </a:lnTo>
                <a:lnTo>
                  <a:pt x="3248" y="2141"/>
                </a:lnTo>
                <a:lnTo>
                  <a:pt x="3216" y="2232"/>
                </a:lnTo>
                <a:lnTo>
                  <a:pt x="3180" y="2320"/>
                </a:lnTo>
                <a:lnTo>
                  <a:pt x="3139" y="2407"/>
                </a:lnTo>
                <a:lnTo>
                  <a:pt x="3094" y="2490"/>
                </a:lnTo>
                <a:lnTo>
                  <a:pt x="3043" y="2570"/>
                </a:lnTo>
                <a:lnTo>
                  <a:pt x="2988" y="2648"/>
                </a:lnTo>
                <a:lnTo>
                  <a:pt x="2930" y="2721"/>
                </a:lnTo>
                <a:lnTo>
                  <a:pt x="2866" y="2791"/>
                </a:lnTo>
                <a:lnTo>
                  <a:pt x="2799" y="2858"/>
                </a:lnTo>
                <a:lnTo>
                  <a:pt x="2728" y="2922"/>
                </a:lnTo>
                <a:lnTo>
                  <a:pt x="2655" y="2980"/>
                </a:lnTo>
                <a:lnTo>
                  <a:pt x="2577" y="3035"/>
                </a:lnTo>
                <a:lnTo>
                  <a:pt x="2497" y="3085"/>
                </a:lnTo>
                <a:lnTo>
                  <a:pt x="2413" y="3130"/>
                </a:lnTo>
                <a:lnTo>
                  <a:pt x="2327" y="3171"/>
                </a:lnTo>
                <a:lnTo>
                  <a:pt x="2238" y="3208"/>
                </a:lnTo>
                <a:lnTo>
                  <a:pt x="2147" y="3239"/>
                </a:lnTo>
                <a:lnTo>
                  <a:pt x="2053" y="3265"/>
                </a:lnTo>
                <a:lnTo>
                  <a:pt x="1957" y="3285"/>
                </a:lnTo>
                <a:lnTo>
                  <a:pt x="1861" y="3300"/>
                </a:lnTo>
                <a:lnTo>
                  <a:pt x="1761" y="3309"/>
                </a:lnTo>
                <a:lnTo>
                  <a:pt x="1661" y="3312"/>
                </a:lnTo>
                <a:lnTo>
                  <a:pt x="1560" y="3309"/>
                </a:lnTo>
                <a:lnTo>
                  <a:pt x="1460" y="3300"/>
                </a:lnTo>
                <a:lnTo>
                  <a:pt x="1364" y="3285"/>
                </a:lnTo>
                <a:lnTo>
                  <a:pt x="1268" y="3265"/>
                </a:lnTo>
                <a:lnTo>
                  <a:pt x="1174" y="3239"/>
                </a:lnTo>
                <a:lnTo>
                  <a:pt x="1083" y="3208"/>
                </a:lnTo>
                <a:lnTo>
                  <a:pt x="994" y="3171"/>
                </a:lnTo>
                <a:lnTo>
                  <a:pt x="908" y="3130"/>
                </a:lnTo>
                <a:lnTo>
                  <a:pt x="824" y="3085"/>
                </a:lnTo>
                <a:lnTo>
                  <a:pt x="744" y="3035"/>
                </a:lnTo>
                <a:lnTo>
                  <a:pt x="666" y="2980"/>
                </a:lnTo>
                <a:lnTo>
                  <a:pt x="593" y="2922"/>
                </a:lnTo>
                <a:lnTo>
                  <a:pt x="522" y="2858"/>
                </a:lnTo>
                <a:lnTo>
                  <a:pt x="455" y="2791"/>
                </a:lnTo>
                <a:lnTo>
                  <a:pt x="391" y="2721"/>
                </a:lnTo>
                <a:lnTo>
                  <a:pt x="333" y="2648"/>
                </a:lnTo>
                <a:lnTo>
                  <a:pt x="278" y="2570"/>
                </a:lnTo>
                <a:lnTo>
                  <a:pt x="227" y="2490"/>
                </a:lnTo>
                <a:lnTo>
                  <a:pt x="182" y="2407"/>
                </a:lnTo>
                <a:lnTo>
                  <a:pt x="141" y="2320"/>
                </a:lnTo>
                <a:lnTo>
                  <a:pt x="105" y="2232"/>
                </a:lnTo>
                <a:lnTo>
                  <a:pt x="73" y="2141"/>
                </a:lnTo>
                <a:lnTo>
                  <a:pt x="47" y="2047"/>
                </a:lnTo>
                <a:lnTo>
                  <a:pt x="27" y="1952"/>
                </a:lnTo>
                <a:lnTo>
                  <a:pt x="12" y="1856"/>
                </a:lnTo>
                <a:lnTo>
                  <a:pt x="3" y="1756"/>
                </a:lnTo>
                <a:lnTo>
                  <a:pt x="0" y="1656"/>
                </a:lnTo>
                <a:lnTo>
                  <a:pt x="3" y="1556"/>
                </a:lnTo>
                <a:lnTo>
                  <a:pt x="12" y="1456"/>
                </a:lnTo>
                <a:lnTo>
                  <a:pt x="27" y="1360"/>
                </a:lnTo>
                <a:lnTo>
                  <a:pt x="47" y="1265"/>
                </a:lnTo>
                <a:lnTo>
                  <a:pt x="73" y="1171"/>
                </a:lnTo>
                <a:lnTo>
                  <a:pt x="105" y="1080"/>
                </a:lnTo>
                <a:lnTo>
                  <a:pt x="141" y="992"/>
                </a:lnTo>
                <a:lnTo>
                  <a:pt x="182" y="905"/>
                </a:lnTo>
                <a:lnTo>
                  <a:pt x="227" y="822"/>
                </a:lnTo>
                <a:lnTo>
                  <a:pt x="278" y="742"/>
                </a:lnTo>
                <a:lnTo>
                  <a:pt x="333" y="664"/>
                </a:lnTo>
                <a:lnTo>
                  <a:pt x="391" y="591"/>
                </a:lnTo>
                <a:lnTo>
                  <a:pt x="455" y="521"/>
                </a:lnTo>
                <a:lnTo>
                  <a:pt x="522" y="454"/>
                </a:lnTo>
                <a:lnTo>
                  <a:pt x="593" y="390"/>
                </a:lnTo>
                <a:lnTo>
                  <a:pt x="666" y="332"/>
                </a:lnTo>
                <a:lnTo>
                  <a:pt x="744" y="277"/>
                </a:lnTo>
                <a:lnTo>
                  <a:pt x="824" y="227"/>
                </a:lnTo>
                <a:lnTo>
                  <a:pt x="908" y="182"/>
                </a:lnTo>
                <a:lnTo>
                  <a:pt x="994" y="141"/>
                </a:lnTo>
                <a:lnTo>
                  <a:pt x="1083" y="104"/>
                </a:lnTo>
                <a:lnTo>
                  <a:pt x="1174" y="73"/>
                </a:lnTo>
                <a:lnTo>
                  <a:pt x="1268" y="47"/>
                </a:lnTo>
                <a:lnTo>
                  <a:pt x="1364" y="27"/>
                </a:lnTo>
                <a:lnTo>
                  <a:pt x="1460" y="12"/>
                </a:lnTo>
                <a:lnTo>
                  <a:pt x="1560" y="3"/>
                </a:lnTo>
                <a:lnTo>
                  <a:pt x="1661" y="0"/>
                </a:lnTo>
                <a:close/>
              </a:path>
            </a:pathLst>
          </a:custGeom>
          <a:solidFill>
            <a:srgbClr val="93C9E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>
              <a:solidFill>
                <a:prstClr val="black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1248" r="7106"/>
          <a:stretch/>
        </p:blipFill>
        <p:spPr>
          <a:xfrm>
            <a:off x="222421" y="1696720"/>
            <a:ext cx="6596324" cy="423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565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C9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DA899EA-5290-4466-9CDB-D71C1B2EDCFA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endParaRPr lang="ko-KR" altLang="en-US" sz="7200" kern="0" dirty="0">
              <a:solidFill>
                <a:prstClr val="white"/>
              </a:solidFill>
            </a:endParaRPr>
          </a:p>
        </p:txBody>
      </p:sp>
      <p:sp>
        <p:nvSpPr>
          <p:cNvPr id="7" name="모서리가 둥근 직사각형 5">
            <a:extLst>
              <a:ext uri="{FF2B5EF4-FFF2-40B4-BE49-F238E27FC236}">
                <a16:creationId xmlns:a16="http://schemas.microsoft.com/office/drawing/2014/main" id="{978B0B98-AD96-4F4D-A1D3-E344E7E3ADFB}"/>
              </a:ext>
            </a:extLst>
          </p:cNvPr>
          <p:cNvSpPr/>
          <p:nvPr/>
        </p:nvSpPr>
        <p:spPr>
          <a:xfrm>
            <a:off x="222421" y="252037"/>
            <a:ext cx="11747157" cy="635392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dist="127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3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글로벌기업 상위</a:t>
            </a:r>
            <a:r>
              <a:rPr lang="en-US" altLang="ko-KR" sz="3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3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개 기업 이익률 시각화</a:t>
            </a:r>
            <a:endParaRPr lang="en-US" altLang="ko-KR" sz="3400" b="1" kern="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39193" y="-4029934"/>
            <a:ext cx="10375116" cy="341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54148" y="-304504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8218004" y="1541990"/>
            <a:ext cx="4105682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altLang="ko-KR" sz="1600" kern="0" dirty="0" smtClean="0">
                <a:solidFill>
                  <a:srgbClr val="000000"/>
                </a:solidFill>
                <a:latin typeface="+mn-ea"/>
              </a:rPr>
              <a:t>global company </a:t>
            </a:r>
            <a:r>
              <a:rPr lang="ko-KR" altLang="en-US" sz="1600" kern="0" dirty="0" smtClean="0">
                <a:solidFill>
                  <a:srgbClr val="000000"/>
                </a:solidFill>
                <a:latin typeface="+mn-ea"/>
              </a:rPr>
              <a:t>상위 </a:t>
            </a:r>
            <a:r>
              <a:rPr lang="en-US" altLang="ko-KR" sz="1600" kern="0" dirty="0" smtClean="0">
                <a:solidFill>
                  <a:srgbClr val="000000"/>
                </a:solidFill>
                <a:latin typeface="+mn-ea"/>
              </a:rPr>
              <a:t>10</a:t>
            </a:r>
            <a:r>
              <a:rPr lang="ko-KR" altLang="en-US" sz="1600" kern="0" dirty="0" smtClean="0">
                <a:solidFill>
                  <a:srgbClr val="000000"/>
                </a:solidFill>
                <a:latin typeface="+mn-ea"/>
              </a:rPr>
              <a:t>개 기업의 </a:t>
            </a:r>
            <a:endParaRPr lang="en-US" altLang="ko-KR" sz="1600" kern="0" dirty="0" smtClean="0">
              <a:solidFill>
                <a:srgbClr val="000000"/>
              </a:solidFill>
              <a:latin typeface="+mn-ea"/>
            </a:endParaRPr>
          </a:p>
          <a:p>
            <a:pPr algn="just" fontAlgn="base"/>
            <a:r>
              <a:rPr lang="ko-KR" altLang="en-US" sz="1600" kern="0" dirty="0" smtClean="0">
                <a:solidFill>
                  <a:srgbClr val="000000"/>
                </a:solidFill>
                <a:latin typeface="+mn-ea"/>
              </a:rPr>
              <a:t>이익을 비교</a:t>
            </a:r>
            <a:endParaRPr lang="en-US" altLang="ko-KR" sz="1600" kern="0" dirty="0" smtClean="0">
              <a:solidFill>
                <a:srgbClr val="000000"/>
              </a:solidFill>
              <a:latin typeface="+mn-ea"/>
            </a:endParaRPr>
          </a:p>
          <a:p>
            <a:pPr algn="just" fontAlgn="base"/>
            <a:endParaRPr lang="ko-KR" altLang="en-US" sz="1600" kern="0" dirty="0" smtClean="0">
              <a:solidFill>
                <a:srgbClr val="000000"/>
              </a:solidFill>
              <a:latin typeface="+mn-ea"/>
            </a:endParaRPr>
          </a:p>
          <a:p>
            <a:pPr algn="just" fontAlgn="base"/>
            <a:r>
              <a:rPr lang="en-US" altLang="ko-KR" sz="1600" kern="0" dirty="0" smtClean="0">
                <a:solidFill>
                  <a:srgbClr val="000000"/>
                </a:solidFill>
                <a:latin typeface="+mn-ea"/>
              </a:rPr>
              <a:t>100</a:t>
            </a:r>
            <a:r>
              <a:rPr lang="ko-KR" altLang="en-US" sz="1600" kern="0" dirty="0" smtClean="0">
                <a:solidFill>
                  <a:srgbClr val="000000"/>
                </a:solidFill>
                <a:latin typeface="+mn-ea"/>
              </a:rPr>
              <a:t>달러가 넘으면 원점으로 가는 </a:t>
            </a:r>
            <a:endParaRPr lang="en-US" altLang="ko-KR" sz="1600" kern="0" dirty="0" smtClean="0">
              <a:solidFill>
                <a:srgbClr val="000000"/>
              </a:solidFill>
              <a:latin typeface="+mn-ea"/>
            </a:endParaRPr>
          </a:p>
          <a:p>
            <a:pPr algn="just" fontAlgn="base"/>
            <a:r>
              <a:rPr lang="ko-KR" altLang="en-US" sz="1600" kern="0" dirty="0" smtClean="0">
                <a:solidFill>
                  <a:srgbClr val="000000"/>
                </a:solidFill>
                <a:latin typeface="+mn-ea"/>
              </a:rPr>
              <a:t>것은 감안해서 봐야 함</a:t>
            </a:r>
            <a:r>
              <a:rPr lang="en-US" altLang="ko-KR" sz="1600" kern="0" dirty="0" smtClean="0">
                <a:solidFill>
                  <a:srgbClr val="000000"/>
                </a:solidFill>
                <a:latin typeface="+mn-ea"/>
              </a:rPr>
              <a:t>.</a:t>
            </a:r>
          </a:p>
          <a:p>
            <a:pPr algn="just" fontAlgn="base"/>
            <a:endParaRPr lang="ko-KR" altLang="en-US" sz="1600" kern="0" dirty="0" smtClean="0">
              <a:solidFill>
                <a:srgbClr val="000000"/>
              </a:solidFill>
              <a:latin typeface="+mn-ea"/>
            </a:endParaRPr>
          </a:p>
          <a:p>
            <a:pPr algn="just" fontAlgn="base"/>
            <a:r>
              <a:rPr lang="ko-KR" altLang="en-US" sz="1600" kern="0" dirty="0" smtClean="0">
                <a:solidFill>
                  <a:srgbClr val="000000"/>
                </a:solidFill>
                <a:latin typeface="+mn-ea"/>
              </a:rPr>
              <a:t>이 </a:t>
            </a:r>
            <a:r>
              <a:rPr lang="ko-KR" altLang="en-US" sz="1600" kern="0" dirty="0">
                <a:solidFill>
                  <a:srgbClr val="000000"/>
                </a:solidFill>
                <a:latin typeface="+mn-ea"/>
              </a:rPr>
              <a:t>그래프에서 특이점은 글로벌 기업 </a:t>
            </a:r>
            <a:endParaRPr lang="en-US" altLang="ko-KR" sz="1600" kern="0" dirty="0" smtClean="0">
              <a:solidFill>
                <a:srgbClr val="000000"/>
              </a:solidFill>
              <a:latin typeface="+mn-ea"/>
            </a:endParaRPr>
          </a:p>
          <a:p>
            <a:pPr algn="just" fontAlgn="base"/>
            <a:r>
              <a:rPr lang="ko-KR" altLang="en-US" sz="1600" kern="0" dirty="0" smtClean="0">
                <a:solidFill>
                  <a:srgbClr val="000000"/>
                </a:solidFill>
                <a:latin typeface="+mn-ea"/>
              </a:rPr>
              <a:t>상위 </a:t>
            </a: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7</a:t>
            </a:r>
            <a:r>
              <a:rPr lang="ko-KR" altLang="en-US" sz="1600" kern="0" dirty="0">
                <a:solidFill>
                  <a:srgbClr val="000000"/>
                </a:solidFill>
                <a:latin typeface="+mn-ea"/>
              </a:rPr>
              <a:t>위였던 </a:t>
            </a: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apple </a:t>
            </a:r>
            <a:r>
              <a:rPr lang="ko-KR" altLang="en-US" sz="1600" kern="0" dirty="0">
                <a:solidFill>
                  <a:srgbClr val="000000"/>
                </a:solidFill>
                <a:latin typeface="+mn-ea"/>
              </a:rPr>
              <a:t>기업이 </a:t>
            </a:r>
          </a:p>
          <a:p>
            <a:pPr algn="just" fontAlgn="base"/>
            <a:r>
              <a:rPr lang="ko-KR" altLang="en-US" sz="1600" kern="0" dirty="0">
                <a:solidFill>
                  <a:srgbClr val="000000"/>
                </a:solidFill>
                <a:latin typeface="+mn-ea"/>
              </a:rPr>
              <a:t>이익으로 봤을 때 상위 </a:t>
            </a: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2</a:t>
            </a:r>
            <a:r>
              <a:rPr lang="ko-KR" altLang="en-US" sz="1600" kern="0" dirty="0">
                <a:solidFill>
                  <a:srgbClr val="000000"/>
                </a:solidFill>
                <a:latin typeface="+mn-ea"/>
              </a:rPr>
              <a:t>위로 높게 </a:t>
            </a:r>
            <a:endParaRPr lang="en-US" altLang="ko-KR" sz="1600" kern="0" dirty="0" smtClean="0">
              <a:solidFill>
                <a:srgbClr val="000000"/>
              </a:solidFill>
              <a:latin typeface="+mn-ea"/>
            </a:endParaRPr>
          </a:p>
          <a:p>
            <a:pPr algn="just" fontAlgn="base"/>
            <a:r>
              <a:rPr lang="ko-KR" altLang="en-US" sz="1600" kern="0" dirty="0" smtClean="0">
                <a:solidFill>
                  <a:srgbClr val="000000"/>
                </a:solidFill>
                <a:latin typeface="+mn-ea"/>
              </a:rPr>
              <a:t>나온 점</a:t>
            </a:r>
            <a:r>
              <a:rPr lang="en-US" altLang="ko-KR" sz="1600" kern="0" dirty="0" smtClean="0">
                <a:solidFill>
                  <a:srgbClr val="000000"/>
                </a:solidFill>
                <a:latin typeface="+mn-ea"/>
              </a:rPr>
              <a:t>.</a:t>
            </a:r>
          </a:p>
          <a:p>
            <a:pPr algn="just" fontAlgn="base"/>
            <a:endParaRPr lang="ko-KR" altLang="en-US" sz="1600" kern="0" dirty="0">
              <a:solidFill>
                <a:srgbClr val="000000"/>
              </a:solidFill>
              <a:latin typeface="+mn-ea"/>
            </a:endParaRPr>
          </a:p>
          <a:p>
            <a:pPr algn="just" fontAlgn="base"/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Saudi Arabian Oil </a:t>
            </a:r>
            <a:r>
              <a:rPr lang="ko-KR" altLang="en-US" sz="1600" kern="0" dirty="0">
                <a:solidFill>
                  <a:srgbClr val="000000"/>
                </a:solidFill>
                <a:latin typeface="+mn-ea"/>
              </a:rPr>
              <a:t>글로벌 기업은 </a:t>
            </a:r>
            <a:endParaRPr lang="en-US" altLang="ko-KR" sz="1600" kern="0" dirty="0" smtClean="0">
              <a:solidFill>
                <a:srgbClr val="000000"/>
              </a:solidFill>
              <a:latin typeface="+mn-ea"/>
            </a:endParaRPr>
          </a:p>
          <a:p>
            <a:pPr algn="just" fontAlgn="base"/>
            <a:r>
              <a:rPr lang="ko-KR" altLang="en-US" sz="1600" kern="0" dirty="0" smtClean="0">
                <a:solidFill>
                  <a:srgbClr val="000000"/>
                </a:solidFill>
                <a:latin typeface="+mn-ea"/>
              </a:rPr>
              <a:t>상위 </a:t>
            </a: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3</a:t>
            </a:r>
            <a:r>
              <a:rPr lang="ko-KR" altLang="en-US" sz="1600" kern="0" dirty="0">
                <a:solidFill>
                  <a:srgbClr val="000000"/>
                </a:solidFill>
                <a:latin typeface="+mn-ea"/>
              </a:rPr>
              <a:t>위였는데</a:t>
            </a: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,</a:t>
            </a:r>
            <a:endParaRPr lang="ko-KR" altLang="en-US" sz="1600" kern="0" dirty="0">
              <a:solidFill>
                <a:srgbClr val="000000"/>
              </a:solidFill>
              <a:latin typeface="+mn-ea"/>
            </a:endParaRPr>
          </a:p>
          <a:p>
            <a:pPr algn="just" fontAlgn="base"/>
            <a:r>
              <a:rPr lang="ko-KR" altLang="en-US" sz="1600" kern="0" dirty="0">
                <a:solidFill>
                  <a:srgbClr val="000000"/>
                </a:solidFill>
                <a:latin typeface="+mn-ea"/>
              </a:rPr>
              <a:t>이익으로 봤을 때 </a:t>
            </a: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600" kern="0" dirty="0">
                <a:solidFill>
                  <a:srgbClr val="000000"/>
                </a:solidFill>
                <a:latin typeface="+mn-ea"/>
              </a:rPr>
              <a:t>위로 높게 </a:t>
            </a:r>
            <a:r>
              <a:rPr lang="ko-KR" altLang="en-US" sz="1600" kern="0" dirty="0" smtClean="0">
                <a:solidFill>
                  <a:srgbClr val="000000"/>
                </a:solidFill>
                <a:latin typeface="+mn-ea"/>
              </a:rPr>
              <a:t>나옴</a:t>
            </a:r>
            <a:r>
              <a:rPr lang="en-US" altLang="ko-KR" sz="1600" kern="0" dirty="0" smtClean="0">
                <a:solidFill>
                  <a:srgbClr val="000000"/>
                </a:solidFill>
                <a:latin typeface="+mn-ea"/>
              </a:rPr>
              <a:t>.</a:t>
            </a:r>
            <a:endParaRPr lang="ko-KR" altLang="en-US" sz="1600" kern="0" dirty="0">
              <a:solidFill>
                <a:srgbClr val="000000"/>
              </a:solidFill>
              <a:latin typeface="+mn-ea"/>
            </a:endParaRPr>
          </a:p>
          <a:p>
            <a:pPr algn="just" fontAlgn="base"/>
            <a:endParaRPr lang="en-US" altLang="ko-KR" sz="1600" kern="0" dirty="0" smtClean="0">
              <a:solidFill>
                <a:srgbClr val="000000"/>
              </a:solidFill>
              <a:latin typeface="+mn-ea"/>
            </a:endParaRPr>
          </a:p>
          <a:p>
            <a:pPr algn="just" fontAlgn="base"/>
            <a:r>
              <a:rPr lang="ko-KR" altLang="en-US" sz="1600" kern="0" dirty="0" smtClean="0">
                <a:solidFill>
                  <a:srgbClr val="000000"/>
                </a:solidFill>
                <a:latin typeface="+mn-ea"/>
              </a:rPr>
              <a:t>전체적으로 </a:t>
            </a:r>
            <a:r>
              <a:rPr lang="ko-KR" altLang="en-US" sz="1600" kern="0" dirty="0">
                <a:solidFill>
                  <a:srgbClr val="000000"/>
                </a:solidFill>
                <a:latin typeface="+mn-ea"/>
              </a:rPr>
              <a:t>봤을 때는 상위 순위의 </a:t>
            </a:r>
            <a:endParaRPr lang="en-US" altLang="ko-KR" sz="1600" kern="0" dirty="0" smtClean="0">
              <a:solidFill>
                <a:srgbClr val="000000"/>
              </a:solidFill>
              <a:latin typeface="+mn-ea"/>
            </a:endParaRPr>
          </a:p>
          <a:p>
            <a:pPr algn="just" fontAlgn="base"/>
            <a:r>
              <a:rPr lang="ko-KR" altLang="en-US" sz="1600" kern="0" dirty="0" smtClean="0">
                <a:solidFill>
                  <a:srgbClr val="000000"/>
                </a:solidFill>
                <a:latin typeface="+mn-ea"/>
              </a:rPr>
              <a:t>글로벌 </a:t>
            </a:r>
            <a:r>
              <a:rPr lang="ko-KR" altLang="en-US" sz="1600" kern="0" dirty="0">
                <a:solidFill>
                  <a:srgbClr val="000000"/>
                </a:solidFill>
                <a:latin typeface="+mn-ea"/>
              </a:rPr>
              <a:t>기업일수록 높은 이익을 보였다</a:t>
            </a: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.</a:t>
            </a:r>
            <a:endParaRPr lang="ko-KR" altLang="en-US" sz="16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3" name="Freeform 6"/>
          <p:cNvSpPr>
            <a:spLocks noEditPoints="1"/>
          </p:cNvSpPr>
          <p:nvPr/>
        </p:nvSpPr>
        <p:spPr bwMode="auto">
          <a:xfrm>
            <a:off x="7811220" y="1646373"/>
            <a:ext cx="368075" cy="367078"/>
          </a:xfrm>
          <a:custGeom>
            <a:avLst/>
            <a:gdLst>
              <a:gd name="T0" fmla="*/ 1494 w 3321"/>
              <a:gd name="T1" fmla="*/ 2318 h 3312"/>
              <a:gd name="T2" fmla="*/ 1494 w 3321"/>
              <a:gd name="T3" fmla="*/ 1855 h 3312"/>
              <a:gd name="T4" fmla="*/ 1753 w 3321"/>
              <a:gd name="T5" fmla="*/ 3 h 3312"/>
              <a:gd name="T6" fmla="*/ 2027 w 3321"/>
              <a:gd name="T7" fmla="*/ 42 h 3312"/>
              <a:gd name="T8" fmla="*/ 2291 w 3321"/>
              <a:gd name="T9" fmla="*/ 115 h 3312"/>
              <a:gd name="T10" fmla="*/ 1885 w 3321"/>
              <a:gd name="T11" fmla="*/ 349 h 3312"/>
              <a:gd name="T12" fmla="*/ 1661 w 3321"/>
              <a:gd name="T13" fmla="*/ 331 h 3312"/>
              <a:gd name="T14" fmla="*/ 1394 w 3321"/>
              <a:gd name="T15" fmla="*/ 358 h 3312"/>
              <a:gd name="T16" fmla="*/ 1145 w 3321"/>
              <a:gd name="T17" fmla="*/ 437 h 3312"/>
              <a:gd name="T18" fmla="*/ 919 w 3321"/>
              <a:gd name="T19" fmla="*/ 559 h 3312"/>
              <a:gd name="T20" fmla="*/ 723 w 3321"/>
              <a:gd name="T21" fmla="*/ 721 h 3312"/>
              <a:gd name="T22" fmla="*/ 561 w 3321"/>
              <a:gd name="T23" fmla="*/ 916 h 3312"/>
              <a:gd name="T24" fmla="*/ 438 w 3321"/>
              <a:gd name="T25" fmla="*/ 1142 h 3312"/>
              <a:gd name="T26" fmla="*/ 359 w 3321"/>
              <a:gd name="T27" fmla="*/ 1390 h 3312"/>
              <a:gd name="T28" fmla="*/ 332 w 3321"/>
              <a:gd name="T29" fmla="*/ 1656 h 3312"/>
              <a:gd name="T30" fmla="*/ 359 w 3321"/>
              <a:gd name="T31" fmla="*/ 1922 h 3312"/>
              <a:gd name="T32" fmla="*/ 438 w 3321"/>
              <a:gd name="T33" fmla="*/ 2170 h 3312"/>
              <a:gd name="T34" fmla="*/ 561 w 3321"/>
              <a:gd name="T35" fmla="*/ 2396 h 3312"/>
              <a:gd name="T36" fmla="*/ 723 w 3321"/>
              <a:gd name="T37" fmla="*/ 2591 h 3312"/>
              <a:gd name="T38" fmla="*/ 919 w 3321"/>
              <a:gd name="T39" fmla="*/ 2753 h 3312"/>
              <a:gd name="T40" fmla="*/ 1145 w 3321"/>
              <a:gd name="T41" fmla="*/ 2875 h 3312"/>
              <a:gd name="T42" fmla="*/ 1394 w 3321"/>
              <a:gd name="T43" fmla="*/ 2954 h 3312"/>
              <a:gd name="T44" fmla="*/ 1661 w 3321"/>
              <a:gd name="T45" fmla="*/ 2981 h 3312"/>
              <a:gd name="T46" fmla="*/ 1927 w 3321"/>
              <a:gd name="T47" fmla="*/ 2954 h 3312"/>
              <a:gd name="T48" fmla="*/ 2176 w 3321"/>
              <a:gd name="T49" fmla="*/ 2875 h 3312"/>
              <a:gd name="T50" fmla="*/ 2402 w 3321"/>
              <a:gd name="T51" fmla="*/ 2753 h 3312"/>
              <a:gd name="T52" fmla="*/ 2598 w 3321"/>
              <a:gd name="T53" fmla="*/ 2591 h 3312"/>
              <a:gd name="T54" fmla="*/ 2760 w 3321"/>
              <a:gd name="T55" fmla="*/ 2396 h 3312"/>
              <a:gd name="T56" fmla="*/ 2883 w 3321"/>
              <a:gd name="T57" fmla="*/ 2170 h 3312"/>
              <a:gd name="T58" fmla="*/ 2962 w 3321"/>
              <a:gd name="T59" fmla="*/ 1922 h 3312"/>
              <a:gd name="T60" fmla="*/ 2989 w 3321"/>
              <a:gd name="T61" fmla="*/ 1656 h 3312"/>
              <a:gd name="T62" fmla="*/ 3309 w 3321"/>
              <a:gd name="T63" fmla="*/ 1856 h 3312"/>
              <a:gd name="T64" fmla="*/ 3248 w 3321"/>
              <a:gd name="T65" fmla="*/ 2141 h 3312"/>
              <a:gd name="T66" fmla="*/ 3139 w 3321"/>
              <a:gd name="T67" fmla="*/ 2407 h 3312"/>
              <a:gd name="T68" fmla="*/ 2988 w 3321"/>
              <a:gd name="T69" fmla="*/ 2648 h 3312"/>
              <a:gd name="T70" fmla="*/ 2799 w 3321"/>
              <a:gd name="T71" fmla="*/ 2858 h 3312"/>
              <a:gd name="T72" fmla="*/ 2577 w 3321"/>
              <a:gd name="T73" fmla="*/ 3035 h 3312"/>
              <a:gd name="T74" fmla="*/ 2327 w 3321"/>
              <a:gd name="T75" fmla="*/ 3171 h 3312"/>
              <a:gd name="T76" fmla="*/ 2053 w 3321"/>
              <a:gd name="T77" fmla="*/ 3265 h 3312"/>
              <a:gd name="T78" fmla="*/ 1761 w 3321"/>
              <a:gd name="T79" fmla="*/ 3309 h 3312"/>
              <a:gd name="T80" fmla="*/ 1460 w 3321"/>
              <a:gd name="T81" fmla="*/ 3300 h 3312"/>
              <a:gd name="T82" fmla="*/ 1174 w 3321"/>
              <a:gd name="T83" fmla="*/ 3239 h 3312"/>
              <a:gd name="T84" fmla="*/ 908 w 3321"/>
              <a:gd name="T85" fmla="*/ 3130 h 3312"/>
              <a:gd name="T86" fmla="*/ 666 w 3321"/>
              <a:gd name="T87" fmla="*/ 2980 h 3312"/>
              <a:gd name="T88" fmla="*/ 455 w 3321"/>
              <a:gd name="T89" fmla="*/ 2791 h 3312"/>
              <a:gd name="T90" fmla="*/ 278 w 3321"/>
              <a:gd name="T91" fmla="*/ 2570 h 3312"/>
              <a:gd name="T92" fmla="*/ 141 w 3321"/>
              <a:gd name="T93" fmla="*/ 2320 h 3312"/>
              <a:gd name="T94" fmla="*/ 47 w 3321"/>
              <a:gd name="T95" fmla="*/ 2047 h 3312"/>
              <a:gd name="T96" fmla="*/ 3 w 3321"/>
              <a:gd name="T97" fmla="*/ 1756 h 3312"/>
              <a:gd name="T98" fmla="*/ 12 w 3321"/>
              <a:gd name="T99" fmla="*/ 1456 h 3312"/>
              <a:gd name="T100" fmla="*/ 73 w 3321"/>
              <a:gd name="T101" fmla="*/ 1171 h 3312"/>
              <a:gd name="T102" fmla="*/ 182 w 3321"/>
              <a:gd name="T103" fmla="*/ 905 h 3312"/>
              <a:gd name="T104" fmla="*/ 333 w 3321"/>
              <a:gd name="T105" fmla="*/ 664 h 3312"/>
              <a:gd name="T106" fmla="*/ 522 w 3321"/>
              <a:gd name="T107" fmla="*/ 454 h 3312"/>
              <a:gd name="T108" fmla="*/ 744 w 3321"/>
              <a:gd name="T109" fmla="*/ 277 h 3312"/>
              <a:gd name="T110" fmla="*/ 994 w 3321"/>
              <a:gd name="T111" fmla="*/ 141 h 3312"/>
              <a:gd name="T112" fmla="*/ 1268 w 3321"/>
              <a:gd name="T113" fmla="*/ 47 h 3312"/>
              <a:gd name="T114" fmla="*/ 1560 w 3321"/>
              <a:gd name="T115" fmla="*/ 3 h 3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21" h="3312">
                <a:moveTo>
                  <a:pt x="2922" y="431"/>
                </a:moveTo>
                <a:lnTo>
                  <a:pt x="3155" y="662"/>
                </a:lnTo>
                <a:lnTo>
                  <a:pt x="1494" y="2318"/>
                </a:lnTo>
                <a:lnTo>
                  <a:pt x="748" y="1574"/>
                </a:lnTo>
                <a:lnTo>
                  <a:pt x="979" y="1341"/>
                </a:lnTo>
                <a:lnTo>
                  <a:pt x="1494" y="1855"/>
                </a:lnTo>
                <a:lnTo>
                  <a:pt x="2922" y="431"/>
                </a:lnTo>
                <a:close/>
                <a:moveTo>
                  <a:pt x="1661" y="0"/>
                </a:moveTo>
                <a:lnTo>
                  <a:pt x="1753" y="3"/>
                </a:lnTo>
                <a:lnTo>
                  <a:pt x="1845" y="11"/>
                </a:lnTo>
                <a:lnTo>
                  <a:pt x="1936" y="25"/>
                </a:lnTo>
                <a:lnTo>
                  <a:pt x="2027" y="42"/>
                </a:lnTo>
                <a:lnTo>
                  <a:pt x="2116" y="63"/>
                </a:lnTo>
                <a:lnTo>
                  <a:pt x="2205" y="88"/>
                </a:lnTo>
                <a:lnTo>
                  <a:pt x="2291" y="115"/>
                </a:lnTo>
                <a:lnTo>
                  <a:pt x="2026" y="380"/>
                </a:lnTo>
                <a:lnTo>
                  <a:pt x="1956" y="363"/>
                </a:lnTo>
                <a:lnTo>
                  <a:pt x="1885" y="349"/>
                </a:lnTo>
                <a:lnTo>
                  <a:pt x="1813" y="339"/>
                </a:lnTo>
                <a:lnTo>
                  <a:pt x="1738" y="333"/>
                </a:lnTo>
                <a:lnTo>
                  <a:pt x="1661" y="331"/>
                </a:lnTo>
                <a:lnTo>
                  <a:pt x="1570" y="334"/>
                </a:lnTo>
                <a:lnTo>
                  <a:pt x="1481" y="344"/>
                </a:lnTo>
                <a:lnTo>
                  <a:pt x="1394" y="358"/>
                </a:lnTo>
                <a:lnTo>
                  <a:pt x="1308" y="379"/>
                </a:lnTo>
                <a:lnTo>
                  <a:pt x="1226" y="405"/>
                </a:lnTo>
                <a:lnTo>
                  <a:pt x="1145" y="437"/>
                </a:lnTo>
                <a:lnTo>
                  <a:pt x="1067" y="472"/>
                </a:lnTo>
                <a:lnTo>
                  <a:pt x="991" y="513"/>
                </a:lnTo>
                <a:lnTo>
                  <a:pt x="919" y="559"/>
                </a:lnTo>
                <a:lnTo>
                  <a:pt x="850" y="608"/>
                </a:lnTo>
                <a:lnTo>
                  <a:pt x="785" y="662"/>
                </a:lnTo>
                <a:lnTo>
                  <a:pt x="723" y="721"/>
                </a:lnTo>
                <a:lnTo>
                  <a:pt x="664" y="783"/>
                </a:lnTo>
                <a:lnTo>
                  <a:pt x="610" y="848"/>
                </a:lnTo>
                <a:lnTo>
                  <a:pt x="561" y="916"/>
                </a:lnTo>
                <a:lnTo>
                  <a:pt x="514" y="989"/>
                </a:lnTo>
                <a:lnTo>
                  <a:pt x="473" y="1064"/>
                </a:lnTo>
                <a:lnTo>
                  <a:pt x="438" y="1142"/>
                </a:lnTo>
                <a:lnTo>
                  <a:pt x="407" y="1222"/>
                </a:lnTo>
                <a:lnTo>
                  <a:pt x="380" y="1305"/>
                </a:lnTo>
                <a:lnTo>
                  <a:pt x="359" y="1390"/>
                </a:lnTo>
                <a:lnTo>
                  <a:pt x="345" y="1477"/>
                </a:lnTo>
                <a:lnTo>
                  <a:pt x="335" y="1566"/>
                </a:lnTo>
                <a:lnTo>
                  <a:pt x="332" y="1656"/>
                </a:lnTo>
                <a:lnTo>
                  <a:pt x="335" y="1746"/>
                </a:lnTo>
                <a:lnTo>
                  <a:pt x="345" y="1835"/>
                </a:lnTo>
                <a:lnTo>
                  <a:pt x="359" y="1922"/>
                </a:lnTo>
                <a:lnTo>
                  <a:pt x="380" y="2007"/>
                </a:lnTo>
                <a:lnTo>
                  <a:pt x="407" y="2090"/>
                </a:lnTo>
                <a:lnTo>
                  <a:pt x="438" y="2170"/>
                </a:lnTo>
                <a:lnTo>
                  <a:pt x="473" y="2248"/>
                </a:lnTo>
                <a:lnTo>
                  <a:pt x="514" y="2323"/>
                </a:lnTo>
                <a:lnTo>
                  <a:pt x="561" y="2396"/>
                </a:lnTo>
                <a:lnTo>
                  <a:pt x="610" y="2464"/>
                </a:lnTo>
                <a:lnTo>
                  <a:pt x="664" y="2529"/>
                </a:lnTo>
                <a:lnTo>
                  <a:pt x="723" y="2591"/>
                </a:lnTo>
                <a:lnTo>
                  <a:pt x="785" y="2650"/>
                </a:lnTo>
                <a:lnTo>
                  <a:pt x="850" y="2704"/>
                </a:lnTo>
                <a:lnTo>
                  <a:pt x="919" y="2753"/>
                </a:lnTo>
                <a:lnTo>
                  <a:pt x="991" y="2799"/>
                </a:lnTo>
                <a:lnTo>
                  <a:pt x="1067" y="2840"/>
                </a:lnTo>
                <a:lnTo>
                  <a:pt x="1145" y="2875"/>
                </a:lnTo>
                <a:lnTo>
                  <a:pt x="1226" y="2907"/>
                </a:lnTo>
                <a:lnTo>
                  <a:pt x="1308" y="2933"/>
                </a:lnTo>
                <a:lnTo>
                  <a:pt x="1394" y="2954"/>
                </a:lnTo>
                <a:lnTo>
                  <a:pt x="1481" y="2968"/>
                </a:lnTo>
                <a:lnTo>
                  <a:pt x="1570" y="2978"/>
                </a:lnTo>
                <a:lnTo>
                  <a:pt x="1661" y="2981"/>
                </a:lnTo>
                <a:lnTo>
                  <a:pt x="1751" y="2978"/>
                </a:lnTo>
                <a:lnTo>
                  <a:pt x="1840" y="2968"/>
                </a:lnTo>
                <a:lnTo>
                  <a:pt x="1927" y="2954"/>
                </a:lnTo>
                <a:lnTo>
                  <a:pt x="2013" y="2933"/>
                </a:lnTo>
                <a:lnTo>
                  <a:pt x="2095" y="2907"/>
                </a:lnTo>
                <a:lnTo>
                  <a:pt x="2176" y="2875"/>
                </a:lnTo>
                <a:lnTo>
                  <a:pt x="2254" y="2840"/>
                </a:lnTo>
                <a:lnTo>
                  <a:pt x="2330" y="2799"/>
                </a:lnTo>
                <a:lnTo>
                  <a:pt x="2402" y="2753"/>
                </a:lnTo>
                <a:lnTo>
                  <a:pt x="2471" y="2704"/>
                </a:lnTo>
                <a:lnTo>
                  <a:pt x="2536" y="2650"/>
                </a:lnTo>
                <a:lnTo>
                  <a:pt x="2598" y="2591"/>
                </a:lnTo>
                <a:lnTo>
                  <a:pt x="2657" y="2529"/>
                </a:lnTo>
                <a:lnTo>
                  <a:pt x="2711" y="2464"/>
                </a:lnTo>
                <a:lnTo>
                  <a:pt x="2760" y="2396"/>
                </a:lnTo>
                <a:lnTo>
                  <a:pt x="2807" y="2323"/>
                </a:lnTo>
                <a:lnTo>
                  <a:pt x="2848" y="2248"/>
                </a:lnTo>
                <a:lnTo>
                  <a:pt x="2883" y="2170"/>
                </a:lnTo>
                <a:lnTo>
                  <a:pt x="2914" y="2090"/>
                </a:lnTo>
                <a:lnTo>
                  <a:pt x="2941" y="2007"/>
                </a:lnTo>
                <a:lnTo>
                  <a:pt x="2962" y="1922"/>
                </a:lnTo>
                <a:lnTo>
                  <a:pt x="2976" y="1835"/>
                </a:lnTo>
                <a:lnTo>
                  <a:pt x="2986" y="1746"/>
                </a:lnTo>
                <a:lnTo>
                  <a:pt x="2989" y="1656"/>
                </a:lnTo>
                <a:lnTo>
                  <a:pt x="3321" y="1656"/>
                </a:lnTo>
                <a:lnTo>
                  <a:pt x="3318" y="1756"/>
                </a:lnTo>
                <a:lnTo>
                  <a:pt x="3309" y="1856"/>
                </a:lnTo>
                <a:lnTo>
                  <a:pt x="3294" y="1952"/>
                </a:lnTo>
                <a:lnTo>
                  <a:pt x="3274" y="2047"/>
                </a:lnTo>
                <a:lnTo>
                  <a:pt x="3248" y="2141"/>
                </a:lnTo>
                <a:lnTo>
                  <a:pt x="3216" y="2232"/>
                </a:lnTo>
                <a:lnTo>
                  <a:pt x="3180" y="2320"/>
                </a:lnTo>
                <a:lnTo>
                  <a:pt x="3139" y="2407"/>
                </a:lnTo>
                <a:lnTo>
                  <a:pt x="3094" y="2490"/>
                </a:lnTo>
                <a:lnTo>
                  <a:pt x="3043" y="2570"/>
                </a:lnTo>
                <a:lnTo>
                  <a:pt x="2988" y="2648"/>
                </a:lnTo>
                <a:lnTo>
                  <a:pt x="2930" y="2721"/>
                </a:lnTo>
                <a:lnTo>
                  <a:pt x="2866" y="2791"/>
                </a:lnTo>
                <a:lnTo>
                  <a:pt x="2799" y="2858"/>
                </a:lnTo>
                <a:lnTo>
                  <a:pt x="2728" y="2922"/>
                </a:lnTo>
                <a:lnTo>
                  <a:pt x="2655" y="2980"/>
                </a:lnTo>
                <a:lnTo>
                  <a:pt x="2577" y="3035"/>
                </a:lnTo>
                <a:lnTo>
                  <a:pt x="2497" y="3085"/>
                </a:lnTo>
                <a:lnTo>
                  <a:pt x="2413" y="3130"/>
                </a:lnTo>
                <a:lnTo>
                  <a:pt x="2327" y="3171"/>
                </a:lnTo>
                <a:lnTo>
                  <a:pt x="2238" y="3208"/>
                </a:lnTo>
                <a:lnTo>
                  <a:pt x="2147" y="3239"/>
                </a:lnTo>
                <a:lnTo>
                  <a:pt x="2053" y="3265"/>
                </a:lnTo>
                <a:lnTo>
                  <a:pt x="1957" y="3285"/>
                </a:lnTo>
                <a:lnTo>
                  <a:pt x="1861" y="3300"/>
                </a:lnTo>
                <a:lnTo>
                  <a:pt x="1761" y="3309"/>
                </a:lnTo>
                <a:lnTo>
                  <a:pt x="1661" y="3312"/>
                </a:lnTo>
                <a:lnTo>
                  <a:pt x="1560" y="3309"/>
                </a:lnTo>
                <a:lnTo>
                  <a:pt x="1460" y="3300"/>
                </a:lnTo>
                <a:lnTo>
                  <a:pt x="1364" y="3285"/>
                </a:lnTo>
                <a:lnTo>
                  <a:pt x="1268" y="3265"/>
                </a:lnTo>
                <a:lnTo>
                  <a:pt x="1174" y="3239"/>
                </a:lnTo>
                <a:lnTo>
                  <a:pt x="1083" y="3208"/>
                </a:lnTo>
                <a:lnTo>
                  <a:pt x="994" y="3171"/>
                </a:lnTo>
                <a:lnTo>
                  <a:pt x="908" y="3130"/>
                </a:lnTo>
                <a:lnTo>
                  <a:pt x="824" y="3085"/>
                </a:lnTo>
                <a:lnTo>
                  <a:pt x="744" y="3035"/>
                </a:lnTo>
                <a:lnTo>
                  <a:pt x="666" y="2980"/>
                </a:lnTo>
                <a:lnTo>
                  <a:pt x="593" y="2922"/>
                </a:lnTo>
                <a:lnTo>
                  <a:pt x="522" y="2858"/>
                </a:lnTo>
                <a:lnTo>
                  <a:pt x="455" y="2791"/>
                </a:lnTo>
                <a:lnTo>
                  <a:pt x="391" y="2721"/>
                </a:lnTo>
                <a:lnTo>
                  <a:pt x="333" y="2648"/>
                </a:lnTo>
                <a:lnTo>
                  <a:pt x="278" y="2570"/>
                </a:lnTo>
                <a:lnTo>
                  <a:pt x="227" y="2490"/>
                </a:lnTo>
                <a:lnTo>
                  <a:pt x="182" y="2407"/>
                </a:lnTo>
                <a:lnTo>
                  <a:pt x="141" y="2320"/>
                </a:lnTo>
                <a:lnTo>
                  <a:pt x="105" y="2232"/>
                </a:lnTo>
                <a:lnTo>
                  <a:pt x="73" y="2141"/>
                </a:lnTo>
                <a:lnTo>
                  <a:pt x="47" y="2047"/>
                </a:lnTo>
                <a:lnTo>
                  <a:pt x="27" y="1952"/>
                </a:lnTo>
                <a:lnTo>
                  <a:pt x="12" y="1856"/>
                </a:lnTo>
                <a:lnTo>
                  <a:pt x="3" y="1756"/>
                </a:lnTo>
                <a:lnTo>
                  <a:pt x="0" y="1656"/>
                </a:lnTo>
                <a:lnTo>
                  <a:pt x="3" y="1556"/>
                </a:lnTo>
                <a:lnTo>
                  <a:pt x="12" y="1456"/>
                </a:lnTo>
                <a:lnTo>
                  <a:pt x="27" y="1360"/>
                </a:lnTo>
                <a:lnTo>
                  <a:pt x="47" y="1265"/>
                </a:lnTo>
                <a:lnTo>
                  <a:pt x="73" y="1171"/>
                </a:lnTo>
                <a:lnTo>
                  <a:pt x="105" y="1080"/>
                </a:lnTo>
                <a:lnTo>
                  <a:pt x="141" y="992"/>
                </a:lnTo>
                <a:lnTo>
                  <a:pt x="182" y="905"/>
                </a:lnTo>
                <a:lnTo>
                  <a:pt x="227" y="822"/>
                </a:lnTo>
                <a:lnTo>
                  <a:pt x="278" y="742"/>
                </a:lnTo>
                <a:lnTo>
                  <a:pt x="333" y="664"/>
                </a:lnTo>
                <a:lnTo>
                  <a:pt x="391" y="591"/>
                </a:lnTo>
                <a:lnTo>
                  <a:pt x="455" y="521"/>
                </a:lnTo>
                <a:lnTo>
                  <a:pt x="522" y="454"/>
                </a:lnTo>
                <a:lnTo>
                  <a:pt x="593" y="390"/>
                </a:lnTo>
                <a:lnTo>
                  <a:pt x="666" y="332"/>
                </a:lnTo>
                <a:lnTo>
                  <a:pt x="744" y="277"/>
                </a:lnTo>
                <a:lnTo>
                  <a:pt x="824" y="227"/>
                </a:lnTo>
                <a:lnTo>
                  <a:pt x="908" y="182"/>
                </a:lnTo>
                <a:lnTo>
                  <a:pt x="994" y="141"/>
                </a:lnTo>
                <a:lnTo>
                  <a:pt x="1083" y="104"/>
                </a:lnTo>
                <a:lnTo>
                  <a:pt x="1174" y="73"/>
                </a:lnTo>
                <a:lnTo>
                  <a:pt x="1268" y="47"/>
                </a:lnTo>
                <a:lnTo>
                  <a:pt x="1364" y="27"/>
                </a:lnTo>
                <a:lnTo>
                  <a:pt x="1460" y="12"/>
                </a:lnTo>
                <a:lnTo>
                  <a:pt x="1560" y="3"/>
                </a:lnTo>
                <a:lnTo>
                  <a:pt x="1661" y="0"/>
                </a:lnTo>
                <a:close/>
              </a:path>
            </a:pathLst>
          </a:custGeom>
          <a:solidFill>
            <a:srgbClr val="93C9E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 dirty="0">
              <a:solidFill>
                <a:prstClr val="black"/>
              </a:solidFill>
            </a:endParaRPr>
          </a:p>
        </p:txBody>
      </p:sp>
      <p:sp>
        <p:nvSpPr>
          <p:cNvPr id="18" name="Freeform 6"/>
          <p:cNvSpPr>
            <a:spLocks noEditPoints="1"/>
          </p:cNvSpPr>
          <p:nvPr/>
        </p:nvSpPr>
        <p:spPr bwMode="auto">
          <a:xfrm>
            <a:off x="7812694" y="2420205"/>
            <a:ext cx="368075" cy="367078"/>
          </a:xfrm>
          <a:custGeom>
            <a:avLst/>
            <a:gdLst>
              <a:gd name="T0" fmla="*/ 1494 w 3321"/>
              <a:gd name="T1" fmla="*/ 2318 h 3312"/>
              <a:gd name="T2" fmla="*/ 1494 w 3321"/>
              <a:gd name="T3" fmla="*/ 1855 h 3312"/>
              <a:gd name="T4" fmla="*/ 1753 w 3321"/>
              <a:gd name="T5" fmla="*/ 3 h 3312"/>
              <a:gd name="T6" fmla="*/ 2027 w 3321"/>
              <a:gd name="T7" fmla="*/ 42 h 3312"/>
              <a:gd name="T8" fmla="*/ 2291 w 3321"/>
              <a:gd name="T9" fmla="*/ 115 h 3312"/>
              <a:gd name="T10" fmla="*/ 1885 w 3321"/>
              <a:gd name="T11" fmla="*/ 349 h 3312"/>
              <a:gd name="T12" fmla="*/ 1661 w 3321"/>
              <a:gd name="T13" fmla="*/ 331 h 3312"/>
              <a:gd name="T14" fmla="*/ 1394 w 3321"/>
              <a:gd name="T15" fmla="*/ 358 h 3312"/>
              <a:gd name="T16" fmla="*/ 1145 w 3321"/>
              <a:gd name="T17" fmla="*/ 437 h 3312"/>
              <a:gd name="T18" fmla="*/ 919 w 3321"/>
              <a:gd name="T19" fmla="*/ 559 h 3312"/>
              <a:gd name="T20" fmla="*/ 723 w 3321"/>
              <a:gd name="T21" fmla="*/ 721 h 3312"/>
              <a:gd name="T22" fmla="*/ 561 w 3321"/>
              <a:gd name="T23" fmla="*/ 916 h 3312"/>
              <a:gd name="T24" fmla="*/ 438 w 3321"/>
              <a:gd name="T25" fmla="*/ 1142 h 3312"/>
              <a:gd name="T26" fmla="*/ 359 w 3321"/>
              <a:gd name="T27" fmla="*/ 1390 h 3312"/>
              <a:gd name="T28" fmla="*/ 332 w 3321"/>
              <a:gd name="T29" fmla="*/ 1656 h 3312"/>
              <a:gd name="T30" fmla="*/ 359 w 3321"/>
              <a:gd name="T31" fmla="*/ 1922 h 3312"/>
              <a:gd name="T32" fmla="*/ 438 w 3321"/>
              <a:gd name="T33" fmla="*/ 2170 h 3312"/>
              <a:gd name="T34" fmla="*/ 561 w 3321"/>
              <a:gd name="T35" fmla="*/ 2396 h 3312"/>
              <a:gd name="T36" fmla="*/ 723 w 3321"/>
              <a:gd name="T37" fmla="*/ 2591 h 3312"/>
              <a:gd name="T38" fmla="*/ 919 w 3321"/>
              <a:gd name="T39" fmla="*/ 2753 h 3312"/>
              <a:gd name="T40" fmla="*/ 1145 w 3321"/>
              <a:gd name="T41" fmla="*/ 2875 h 3312"/>
              <a:gd name="T42" fmla="*/ 1394 w 3321"/>
              <a:gd name="T43" fmla="*/ 2954 h 3312"/>
              <a:gd name="T44" fmla="*/ 1661 w 3321"/>
              <a:gd name="T45" fmla="*/ 2981 h 3312"/>
              <a:gd name="T46" fmla="*/ 1927 w 3321"/>
              <a:gd name="T47" fmla="*/ 2954 h 3312"/>
              <a:gd name="T48" fmla="*/ 2176 w 3321"/>
              <a:gd name="T49" fmla="*/ 2875 h 3312"/>
              <a:gd name="T50" fmla="*/ 2402 w 3321"/>
              <a:gd name="T51" fmla="*/ 2753 h 3312"/>
              <a:gd name="T52" fmla="*/ 2598 w 3321"/>
              <a:gd name="T53" fmla="*/ 2591 h 3312"/>
              <a:gd name="T54" fmla="*/ 2760 w 3321"/>
              <a:gd name="T55" fmla="*/ 2396 h 3312"/>
              <a:gd name="T56" fmla="*/ 2883 w 3321"/>
              <a:gd name="T57" fmla="*/ 2170 h 3312"/>
              <a:gd name="T58" fmla="*/ 2962 w 3321"/>
              <a:gd name="T59" fmla="*/ 1922 h 3312"/>
              <a:gd name="T60" fmla="*/ 2989 w 3321"/>
              <a:gd name="T61" fmla="*/ 1656 h 3312"/>
              <a:gd name="T62" fmla="*/ 3309 w 3321"/>
              <a:gd name="T63" fmla="*/ 1856 h 3312"/>
              <a:gd name="T64" fmla="*/ 3248 w 3321"/>
              <a:gd name="T65" fmla="*/ 2141 h 3312"/>
              <a:gd name="T66" fmla="*/ 3139 w 3321"/>
              <a:gd name="T67" fmla="*/ 2407 h 3312"/>
              <a:gd name="T68" fmla="*/ 2988 w 3321"/>
              <a:gd name="T69" fmla="*/ 2648 h 3312"/>
              <a:gd name="T70" fmla="*/ 2799 w 3321"/>
              <a:gd name="T71" fmla="*/ 2858 h 3312"/>
              <a:gd name="T72" fmla="*/ 2577 w 3321"/>
              <a:gd name="T73" fmla="*/ 3035 h 3312"/>
              <a:gd name="T74" fmla="*/ 2327 w 3321"/>
              <a:gd name="T75" fmla="*/ 3171 h 3312"/>
              <a:gd name="T76" fmla="*/ 2053 w 3321"/>
              <a:gd name="T77" fmla="*/ 3265 h 3312"/>
              <a:gd name="T78" fmla="*/ 1761 w 3321"/>
              <a:gd name="T79" fmla="*/ 3309 h 3312"/>
              <a:gd name="T80" fmla="*/ 1460 w 3321"/>
              <a:gd name="T81" fmla="*/ 3300 h 3312"/>
              <a:gd name="T82" fmla="*/ 1174 w 3321"/>
              <a:gd name="T83" fmla="*/ 3239 h 3312"/>
              <a:gd name="T84" fmla="*/ 908 w 3321"/>
              <a:gd name="T85" fmla="*/ 3130 h 3312"/>
              <a:gd name="T86" fmla="*/ 666 w 3321"/>
              <a:gd name="T87" fmla="*/ 2980 h 3312"/>
              <a:gd name="T88" fmla="*/ 455 w 3321"/>
              <a:gd name="T89" fmla="*/ 2791 h 3312"/>
              <a:gd name="T90" fmla="*/ 278 w 3321"/>
              <a:gd name="T91" fmla="*/ 2570 h 3312"/>
              <a:gd name="T92" fmla="*/ 141 w 3321"/>
              <a:gd name="T93" fmla="*/ 2320 h 3312"/>
              <a:gd name="T94" fmla="*/ 47 w 3321"/>
              <a:gd name="T95" fmla="*/ 2047 h 3312"/>
              <a:gd name="T96" fmla="*/ 3 w 3321"/>
              <a:gd name="T97" fmla="*/ 1756 h 3312"/>
              <a:gd name="T98" fmla="*/ 12 w 3321"/>
              <a:gd name="T99" fmla="*/ 1456 h 3312"/>
              <a:gd name="T100" fmla="*/ 73 w 3321"/>
              <a:gd name="T101" fmla="*/ 1171 h 3312"/>
              <a:gd name="T102" fmla="*/ 182 w 3321"/>
              <a:gd name="T103" fmla="*/ 905 h 3312"/>
              <a:gd name="T104" fmla="*/ 333 w 3321"/>
              <a:gd name="T105" fmla="*/ 664 h 3312"/>
              <a:gd name="T106" fmla="*/ 522 w 3321"/>
              <a:gd name="T107" fmla="*/ 454 h 3312"/>
              <a:gd name="T108" fmla="*/ 744 w 3321"/>
              <a:gd name="T109" fmla="*/ 277 h 3312"/>
              <a:gd name="T110" fmla="*/ 994 w 3321"/>
              <a:gd name="T111" fmla="*/ 141 h 3312"/>
              <a:gd name="T112" fmla="*/ 1268 w 3321"/>
              <a:gd name="T113" fmla="*/ 47 h 3312"/>
              <a:gd name="T114" fmla="*/ 1560 w 3321"/>
              <a:gd name="T115" fmla="*/ 3 h 3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21" h="3312">
                <a:moveTo>
                  <a:pt x="2922" y="431"/>
                </a:moveTo>
                <a:lnTo>
                  <a:pt x="3155" y="662"/>
                </a:lnTo>
                <a:lnTo>
                  <a:pt x="1494" y="2318"/>
                </a:lnTo>
                <a:lnTo>
                  <a:pt x="748" y="1574"/>
                </a:lnTo>
                <a:lnTo>
                  <a:pt x="979" y="1341"/>
                </a:lnTo>
                <a:lnTo>
                  <a:pt x="1494" y="1855"/>
                </a:lnTo>
                <a:lnTo>
                  <a:pt x="2922" y="431"/>
                </a:lnTo>
                <a:close/>
                <a:moveTo>
                  <a:pt x="1661" y="0"/>
                </a:moveTo>
                <a:lnTo>
                  <a:pt x="1753" y="3"/>
                </a:lnTo>
                <a:lnTo>
                  <a:pt x="1845" y="11"/>
                </a:lnTo>
                <a:lnTo>
                  <a:pt x="1936" y="25"/>
                </a:lnTo>
                <a:lnTo>
                  <a:pt x="2027" y="42"/>
                </a:lnTo>
                <a:lnTo>
                  <a:pt x="2116" y="63"/>
                </a:lnTo>
                <a:lnTo>
                  <a:pt x="2205" y="88"/>
                </a:lnTo>
                <a:lnTo>
                  <a:pt x="2291" y="115"/>
                </a:lnTo>
                <a:lnTo>
                  <a:pt x="2026" y="380"/>
                </a:lnTo>
                <a:lnTo>
                  <a:pt x="1956" y="363"/>
                </a:lnTo>
                <a:lnTo>
                  <a:pt x="1885" y="349"/>
                </a:lnTo>
                <a:lnTo>
                  <a:pt x="1813" y="339"/>
                </a:lnTo>
                <a:lnTo>
                  <a:pt x="1738" y="333"/>
                </a:lnTo>
                <a:lnTo>
                  <a:pt x="1661" y="331"/>
                </a:lnTo>
                <a:lnTo>
                  <a:pt x="1570" y="334"/>
                </a:lnTo>
                <a:lnTo>
                  <a:pt x="1481" y="344"/>
                </a:lnTo>
                <a:lnTo>
                  <a:pt x="1394" y="358"/>
                </a:lnTo>
                <a:lnTo>
                  <a:pt x="1308" y="379"/>
                </a:lnTo>
                <a:lnTo>
                  <a:pt x="1226" y="405"/>
                </a:lnTo>
                <a:lnTo>
                  <a:pt x="1145" y="437"/>
                </a:lnTo>
                <a:lnTo>
                  <a:pt x="1067" y="472"/>
                </a:lnTo>
                <a:lnTo>
                  <a:pt x="991" y="513"/>
                </a:lnTo>
                <a:lnTo>
                  <a:pt x="919" y="559"/>
                </a:lnTo>
                <a:lnTo>
                  <a:pt x="850" y="608"/>
                </a:lnTo>
                <a:lnTo>
                  <a:pt x="785" y="662"/>
                </a:lnTo>
                <a:lnTo>
                  <a:pt x="723" y="721"/>
                </a:lnTo>
                <a:lnTo>
                  <a:pt x="664" y="783"/>
                </a:lnTo>
                <a:lnTo>
                  <a:pt x="610" y="848"/>
                </a:lnTo>
                <a:lnTo>
                  <a:pt x="561" y="916"/>
                </a:lnTo>
                <a:lnTo>
                  <a:pt x="514" y="989"/>
                </a:lnTo>
                <a:lnTo>
                  <a:pt x="473" y="1064"/>
                </a:lnTo>
                <a:lnTo>
                  <a:pt x="438" y="1142"/>
                </a:lnTo>
                <a:lnTo>
                  <a:pt x="407" y="1222"/>
                </a:lnTo>
                <a:lnTo>
                  <a:pt x="380" y="1305"/>
                </a:lnTo>
                <a:lnTo>
                  <a:pt x="359" y="1390"/>
                </a:lnTo>
                <a:lnTo>
                  <a:pt x="345" y="1477"/>
                </a:lnTo>
                <a:lnTo>
                  <a:pt x="335" y="1566"/>
                </a:lnTo>
                <a:lnTo>
                  <a:pt x="332" y="1656"/>
                </a:lnTo>
                <a:lnTo>
                  <a:pt x="335" y="1746"/>
                </a:lnTo>
                <a:lnTo>
                  <a:pt x="345" y="1835"/>
                </a:lnTo>
                <a:lnTo>
                  <a:pt x="359" y="1922"/>
                </a:lnTo>
                <a:lnTo>
                  <a:pt x="380" y="2007"/>
                </a:lnTo>
                <a:lnTo>
                  <a:pt x="407" y="2090"/>
                </a:lnTo>
                <a:lnTo>
                  <a:pt x="438" y="2170"/>
                </a:lnTo>
                <a:lnTo>
                  <a:pt x="473" y="2248"/>
                </a:lnTo>
                <a:lnTo>
                  <a:pt x="514" y="2323"/>
                </a:lnTo>
                <a:lnTo>
                  <a:pt x="561" y="2396"/>
                </a:lnTo>
                <a:lnTo>
                  <a:pt x="610" y="2464"/>
                </a:lnTo>
                <a:lnTo>
                  <a:pt x="664" y="2529"/>
                </a:lnTo>
                <a:lnTo>
                  <a:pt x="723" y="2591"/>
                </a:lnTo>
                <a:lnTo>
                  <a:pt x="785" y="2650"/>
                </a:lnTo>
                <a:lnTo>
                  <a:pt x="850" y="2704"/>
                </a:lnTo>
                <a:lnTo>
                  <a:pt x="919" y="2753"/>
                </a:lnTo>
                <a:lnTo>
                  <a:pt x="991" y="2799"/>
                </a:lnTo>
                <a:lnTo>
                  <a:pt x="1067" y="2840"/>
                </a:lnTo>
                <a:lnTo>
                  <a:pt x="1145" y="2875"/>
                </a:lnTo>
                <a:lnTo>
                  <a:pt x="1226" y="2907"/>
                </a:lnTo>
                <a:lnTo>
                  <a:pt x="1308" y="2933"/>
                </a:lnTo>
                <a:lnTo>
                  <a:pt x="1394" y="2954"/>
                </a:lnTo>
                <a:lnTo>
                  <a:pt x="1481" y="2968"/>
                </a:lnTo>
                <a:lnTo>
                  <a:pt x="1570" y="2978"/>
                </a:lnTo>
                <a:lnTo>
                  <a:pt x="1661" y="2981"/>
                </a:lnTo>
                <a:lnTo>
                  <a:pt x="1751" y="2978"/>
                </a:lnTo>
                <a:lnTo>
                  <a:pt x="1840" y="2968"/>
                </a:lnTo>
                <a:lnTo>
                  <a:pt x="1927" y="2954"/>
                </a:lnTo>
                <a:lnTo>
                  <a:pt x="2013" y="2933"/>
                </a:lnTo>
                <a:lnTo>
                  <a:pt x="2095" y="2907"/>
                </a:lnTo>
                <a:lnTo>
                  <a:pt x="2176" y="2875"/>
                </a:lnTo>
                <a:lnTo>
                  <a:pt x="2254" y="2840"/>
                </a:lnTo>
                <a:lnTo>
                  <a:pt x="2330" y="2799"/>
                </a:lnTo>
                <a:lnTo>
                  <a:pt x="2402" y="2753"/>
                </a:lnTo>
                <a:lnTo>
                  <a:pt x="2471" y="2704"/>
                </a:lnTo>
                <a:lnTo>
                  <a:pt x="2536" y="2650"/>
                </a:lnTo>
                <a:lnTo>
                  <a:pt x="2598" y="2591"/>
                </a:lnTo>
                <a:lnTo>
                  <a:pt x="2657" y="2529"/>
                </a:lnTo>
                <a:lnTo>
                  <a:pt x="2711" y="2464"/>
                </a:lnTo>
                <a:lnTo>
                  <a:pt x="2760" y="2396"/>
                </a:lnTo>
                <a:lnTo>
                  <a:pt x="2807" y="2323"/>
                </a:lnTo>
                <a:lnTo>
                  <a:pt x="2848" y="2248"/>
                </a:lnTo>
                <a:lnTo>
                  <a:pt x="2883" y="2170"/>
                </a:lnTo>
                <a:lnTo>
                  <a:pt x="2914" y="2090"/>
                </a:lnTo>
                <a:lnTo>
                  <a:pt x="2941" y="2007"/>
                </a:lnTo>
                <a:lnTo>
                  <a:pt x="2962" y="1922"/>
                </a:lnTo>
                <a:lnTo>
                  <a:pt x="2976" y="1835"/>
                </a:lnTo>
                <a:lnTo>
                  <a:pt x="2986" y="1746"/>
                </a:lnTo>
                <a:lnTo>
                  <a:pt x="2989" y="1656"/>
                </a:lnTo>
                <a:lnTo>
                  <a:pt x="3321" y="1656"/>
                </a:lnTo>
                <a:lnTo>
                  <a:pt x="3318" y="1756"/>
                </a:lnTo>
                <a:lnTo>
                  <a:pt x="3309" y="1856"/>
                </a:lnTo>
                <a:lnTo>
                  <a:pt x="3294" y="1952"/>
                </a:lnTo>
                <a:lnTo>
                  <a:pt x="3274" y="2047"/>
                </a:lnTo>
                <a:lnTo>
                  <a:pt x="3248" y="2141"/>
                </a:lnTo>
                <a:lnTo>
                  <a:pt x="3216" y="2232"/>
                </a:lnTo>
                <a:lnTo>
                  <a:pt x="3180" y="2320"/>
                </a:lnTo>
                <a:lnTo>
                  <a:pt x="3139" y="2407"/>
                </a:lnTo>
                <a:lnTo>
                  <a:pt x="3094" y="2490"/>
                </a:lnTo>
                <a:lnTo>
                  <a:pt x="3043" y="2570"/>
                </a:lnTo>
                <a:lnTo>
                  <a:pt x="2988" y="2648"/>
                </a:lnTo>
                <a:lnTo>
                  <a:pt x="2930" y="2721"/>
                </a:lnTo>
                <a:lnTo>
                  <a:pt x="2866" y="2791"/>
                </a:lnTo>
                <a:lnTo>
                  <a:pt x="2799" y="2858"/>
                </a:lnTo>
                <a:lnTo>
                  <a:pt x="2728" y="2922"/>
                </a:lnTo>
                <a:lnTo>
                  <a:pt x="2655" y="2980"/>
                </a:lnTo>
                <a:lnTo>
                  <a:pt x="2577" y="3035"/>
                </a:lnTo>
                <a:lnTo>
                  <a:pt x="2497" y="3085"/>
                </a:lnTo>
                <a:lnTo>
                  <a:pt x="2413" y="3130"/>
                </a:lnTo>
                <a:lnTo>
                  <a:pt x="2327" y="3171"/>
                </a:lnTo>
                <a:lnTo>
                  <a:pt x="2238" y="3208"/>
                </a:lnTo>
                <a:lnTo>
                  <a:pt x="2147" y="3239"/>
                </a:lnTo>
                <a:lnTo>
                  <a:pt x="2053" y="3265"/>
                </a:lnTo>
                <a:lnTo>
                  <a:pt x="1957" y="3285"/>
                </a:lnTo>
                <a:lnTo>
                  <a:pt x="1861" y="3300"/>
                </a:lnTo>
                <a:lnTo>
                  <a:pt x="1761" y="3309"/>
                </a:lnTo>
                <a:lnTo>
                  <a:pt x="1661" y="3312"/>
                </a:lnTo>
                <a:lnTo>
                  <a:pt x="1560" y="3309"/>
                </a:lnTo>
                <a:lnTo>
                  <a:pt x="1460" y="3300"/>
                </a:lnTo>
                <a:lnTo>
                  <a:pt x="1364" y="3285"/>
                </a:lnTo>
                <a:lnTo>
                  <a:pt x="1268" y="3265"/>
                </a:lnTo>
                <a:lnTo>
                  <a:pt x="1174" y="3239"/>
                </a:lnTo>
                <a:lnTo>
                  <a:pt x="1083" y="3208"/>
                </a:lnTo>
                <a:lnTo>
                  <a:pt x="994" y="3171"/>
                </a:lnTo>
                <a:lnTo>
                  <a:pt x="908" y="3130"/>
                </a:lnTo>
                <a:lnTo>
                  <a:pt x="824" y="3085"/>
                </a:lnTo>
                <a:lnTo>
                  <a:pt x="744" y="3035"/>
                </a:lnTo>
                <a:lnTo>
                  <a:pt x="666" y="2980"/>
                </a:lnTo>
                <a:lnTo>
                  <a:pt x="593" y="2922"/>
                </a:lnTo>
                <a:lnTo>
                  <a:pt x="522" y="2858"/>
                </a:lnTo>
                <a:lnTo>
                  <a:pt x="455" y="2791"/>
                </a:lnTo>
                <a:lnTo>
                  <a:pt x="391" y="2721"/>
                </a:lnTo>
                <a:lnTo>
                  <a:pt x="333" y="2648"/>
                </a:lnTo>
                <a:lnTo>
                  <a:pt x="278" y="2570"/>
                </a:lnTo>
                <a:lnTo>
                  <a:pt x="227" y="2490"/>
                </a:lnTo>
                <a:lnTo>
                  <a:pt x="182" y="2407"/>
                </a:lnTo>
                <a:lnTo>
                  <a:pt x="141" y="2320"/>
                </a:lnTo>
                <a:lnTo>
                  <a:pt x="105" y="2232"/>
                </a:lnTo>
                <a:lnTo>
                  <a:pt x="73" y="2141"/>
                </a:lnTo>
                <a:lnTo>
                  <a:pt x="47" y="2047"/>
                </a:lnTo>
                <a:lnTo>
                  <a:pt x="27" y="1952"/>
                </a:lnTo>
                <a:lnTo>
                  <a:pt x="12" y="1856"/>
                </a:lnTo>
                <a:lnTo>
                  <a:pt x="3" y="1756"/>
                </a:lnTo>
                <a:lnTo>
                  <a:pt x="0" y="1656"/>
                </a:lnTo>
                <a:lnTo>
                  <a:pt x="3" y="1556"/>
                </a:lnTo>
                <a:lnTo>
                  <a:pt x="12" y="1456"/>
                </a:lnTo>
                <a:lnTo>
                  <a:pt x="27" y="1360"/>
                </a:lnTo>
                <a:lnTo>
                  <a:pt x="47" y="1265"/>
                </a:lnTo>
                <a:lnTo>
                  <a:pt x="73" y="1171"/>
                </a:lnTo>
                <a:lnTo>
                  <a:pt x="105" y="1080"/>
                </a:lnTo>
                <a:lnTo>
                  <a:pt x="141" y="992"/>
                </a:lnTo>
                <a:lnTo>
                  <a:pt x="182" y="905"/>
                </a:lnTo>
                <a:lnTo>
                  <a:pt x="227" y="822"/>
                </a:lnTo>
                <a:lnTo>
                  <a:pt x="278" y="742"/>
                </a:lnTo>
                <a:lnTo>
                  <a:pt x="333" y="664"/>
                </a:lnTo>
                <a:lnTo>
                  <a:pt x="391" y="591"/>
                </a:lnTo>
                <a:lnTo>
                  <a:pt x="455" y="521"/>
                </a:lnTo>
                <a:lnTo>
                  <a:pt x="522" y="454"/>
                </a:lnTo>
                <a:lnTo>
                  <a:pt x="593" y="390"/>
                </a:lnTo>
                <a:lnTo>
                  <a:pt x="666" y="332"/>
                </a:lnTo>
                <a:lnTo>
                  <a:pt x="744" y="277"/>
                </a:lnTo>
                <a:lnTo>
                  <a:pt x="824" y="227"/>
                </a:lnTo>
                <a:lnTo>
                  <a:pt x="908" y="182"/>
                </a:lnTo>
                <a:lnTo>
                  <a:pt x="994" y="141"/>
                </a:lnTo>
                <a:lnTo>
                  <a:pt x="1083" y="104"/>
                </a:lnTo>
                <a:lnTo>
                  <a:pt x="1174" y="73"/>
                </a:lnTo>
                <a:lnTo>
                  <a:pt x="1268" y="47"/>
                </a:lnTo>
                <a:lnTo>
                  <a:pt x="1364" y="27"/>
                </a:lnTo>
                <a:lnTo>
                  <a:pt x="1460" y="12"/>
                </a:lnTo>
                <a:lnTo>
                  <a:pt x="1560" y="3"/>
                </a:lnTo>
                <a:lnTo>
                  <a:pt x="1661" y="0"/>
                </a:lnTo>
                <a:close/>
              </a:path>
            </a:pathLst>
          </a:custGeom>
          <a:solidFill>
            <a:srgbClr val="93C9E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 dirty="0">
              <a:solidFill>
                <a:prstClr val="black"/>
              </a:solidFill>
            </a:endParaRPr>
          </a:p>
        </p:txBody>
      </p:sp>
      <p:sp>
        <p:nvSpPr>
          <p:cNvPr id="19" name="Freeform 6"/>
          <p:cNvSpPr>
            <a:spLocks noEditPoints="1"/>
          </p:cNvSpPr>
          <p:nvPr/>
        </p:nvSpPr>
        <p:spPr bwMode="auto">
          <a:xfrm>
            <a:off x="7803818" y="3263582"/>
            <a:ext cx="368075" cy="367078"/>
          </a:xfrm>
          <a:custGeom>
            <a:avLst/>
            <a:gdLst>
              <a:gd name="T0" fmla="*/ 1494 w 3321"/>
              <a:gd name="T1" fmla="*/ 2318 h 3312"/>
              <a:gd name="T2" fmla="*/ 1494 w 3321"/>
              <a:gd name="T3" fmla="*/ 1855 h 3312"/>
              <a:gd name="T4" fmla="*/ 1753 w 3321"/>
              <a:gd name="T5" fmla="*/ 3 h 3312"/>
              <a:gd name="T6" fmla="*/ 2027 w 3321"/>
              <a:gd name="T7" fmla="*/ 42 h 3312"/>
              <a:gd name="T8" fmla="*/ 2291 w 3321"/>
              <a:gd name="T9" fmla="*/ 115 h 3312"/>
              <a:gd name="T10" fmla="*/ 1885 w 3321"/>
              <a:gd name="T11" fmla="*/ 349 h 3312"/>
              <a:gd name="T12" fmla="*/ 1661 w 3321"/>
              <a:gd name="T13" fmla="*/ 331 h 3312"/>
              <a:gd name="T14" fmla="*/ 1394 w 3321"/>
              <a:gd name="T15" fmla="*/ 358 h 3312"/>
              <a:gd name="T16" fmla="*/ 1145 w 3321"/>
              <a:gd name="T17" fmla="*/ 437 h 3312"/>
              <a:gd name="T18" fmla="*/ 919 w 3321"/>
              <a:gd name="T19" fmla="*/ 559 h 3312"/>
              <a:gd name="T20" fmla="*/ 723 w 3321"/>
              <a:gd name="T21" fmla="*/ 721 h 3312"/>
              <a:gd name="T22" fmla="*/ 561 w 3321"/>
              <a:gd name="T23" fmla="*/ 916 h 3312"/>
              <a:gd name="T24" fmla="*/ 438 w 3321"/>
              <a:gd name="T25" fmla="*/ 1142 h 3312"/>
              <a:gd name="T26" fmla="*/ 359 w 3321"/>
              <a:gd name="T27" fmla="*/ 1390 h 3312"/>
              <a:gd name="T28" fmla="*/ 332 w 3321"/>
              <a:gd name="T29" fmla="*/ 1656 h 3312"/>
              <a:gd name="T30" fmla="*/ 359 w 3321"/>
              <a:gd name="T31" fmla="*/ 1922 h 3312"/>
              <a:gd name="T32" fmla="*/ 438 w 3321"/>
              <a:gd name="T33" fmla="*/ 2170 h 3312"/>
              <a:gd name="T34" fmla="*/ 561 w 3321"/>
              <a:gd name="T35" fmla="*/ 2396 h 3312"/>
              <a:gd name="T36" fmla="*/ 723 w 3321"/>
              <a:gd name="T37" fmla="*/ 2591 h 3312"/>
              <a:gd name="T38" fmla="*/ 919 w 3321"/>
              <a:gd name="T39" fmla="*/ 2753 h 3312"/>
              <a:gd name="T40" fmla="*/ 1145 w 3321"/>
              <a:gd name="T41" fmla="*/ 2875 h 3312"/>
              <a:gd name="T42" fmla="*/ 1394 w 3321"/>
              <a:gd name="T43" fmla="*/ 2954 h 3312"/>
              <a:gd name="T44" fmla="*/ 1661 w 3321"/>
              <a:gd name="T45" fmla="*/ 2981 h 3312"/>
              <a:gd name="T46" fmla="*/ 1927 w 3321"/>
              <a:gd name="T47" fmla="*/ 2954 h 3312"/>
              <a:gd name="T48" fmla="*/ 2176 w 3321"/>
              <a:gd name="T49" fmla="*/ 2875 h 3312"/>
              <a:gd name="T50" fmla="*/ 2402 w 3321"/>
              <a:gd name="T51" fmla="*/ 2753 h 3312"/>
              <a:gd name="T52" fmla="*/ 2598 w 3321"/>
              <a:gd name="T53" fmla="*/ 2591 h 3312"/>
              <a:gd name="T54" fmla="*/ 2760 w 3321"/>
              <a:gd name="T55" fmla="*/ 2396 h 3312"/>
              <a:gd name="T56" fmla="*/ 2883 w 3321"/>
              <a:gd name="T57" fmla="*/ 2170 h 3312"/>
              <a:gd name="T58" fmla="*/ 2962 w 3321"/>
              <a:gd name="T59" fmla="*/ 1922 h 3312"/>
              <a:gd name="T60" fmla="*/ 2989 w 3321"/>
              <a:gd name="T61" fmla="*/ 1656 h 3312"/>
              <a:gd name="T62" fmla="*/ 3309 w 3321"/>
              <a:gd name="T63" fmla="*/ 1856 h 3312"/>
              <a:gd name="T64" fmla="*/ 3248 w 3321"/>
              <a:gd name="T65" fmla="*/ 2141 h 3312"/>
              <a:gd name="T66" fmla="*/ 3139 w 3321"/>
              <a:gd name="T67" fmla="*/ 2407 h 3312"/>
              <a:gd name="T68" fmla="*/ 2988 w 3321"/>
              <a:gd name="T69" fmla="*/ 2648 h 3312"/>
              <a:gd name="T70" fmla="*/ 2799 w 3321"/>
              <a:gd name="T71" fmla="*/ 2858 h 3312"/>
              <a:gd name="T72" fmla="*/ 2577 w 3321"/>
              <a:gd name="T73" fmla="*/ 3035 h 3312"/>
              <a:gd name="T74" fmla="*/ 2327 w 3321"/>
              <a:gd name="T75" fmla="*/ 3171 h 3312"/>
              <a:gd name="T76" fmla="*/ 2053 w 3321"/>
              <a:gd name="T77" fmla="*/ 3265 h 3312"/>
              <a:gd name="T78" fmla="*/ 1761 w 3321"/>
              <a:gd name="T79" fmla="*/ 3309 h 3312"/>
              <a:gd name="T80" fmla="*/ 1460 w 3321"/>
              <a:gd name="T81" fmla="*/ 3300 h 3312"/>
              <a:gd name="T82" fmla="*/ 1174 w 3321"/>
              <a:gd name="T83" fmla="*/ 3239 h 3312"/>
              <a:gd name="T84" fmla="*/ 908 w 3321"/>
              <a:gd name="T85" fmla="*/ 3130 h 3312"/>
              <a:gd name="T86" fmla="*/ 666 w 3321"/>
              <a:gd name="T87" fmla="*/ 2980 h 3312"/>
              <a:gd name="T88" fmla="*/ 455 w 3321"/>
              <a:gd name="T89" fmla="*/ 2791 h 3312"/>
              <a:gd name="T90" fmla="*/ 278 w 3321"/>
              <a:gd name="T91" fmla="*/ 2570 h 3312"/>
              <a:gd name="T92" fmla="*/ 141 w 3321"/>
              <a:gd name="T93" fmla="*/ 2320 h 3312"/>
              <a:gd name="T94" fmla="*/ 47 w 3321"/>
              <a:gd name="T95" fmla="*/ 2047 h 3312"/>
              <a:gd name="T96" fmla="*/ 3 w 3321"/>
              <a:gd name="T97" fmla="*/ 1756 h 3312"/>
              <a:gd name="T98" fmla="*/ 12 w 3321"/>
              <a:gd name="T99" fmla="*/ 1456 h 3312"/>
              <a:gd name="T100" fmla="*/ 73 w 3321"/>
              <a:gd name="T101" fmla="*/ 1171 h 3312"/>
              <a:gd name="T102" fmla="*/ 182 w 3321"/>
              <a:gd name="T103" fmla="*/ 905 h 3312"/>
              <a:gd name="T104" fmla="*/ 333 w 3321"/>
              <a:gd name="T105" fmla="*/ 664 h 3312"/>
              <a:gd name="T106" fmla="*/ 522 w 3321"/>
              <a:gd name="T107" fmla="*/ 454 h 3312"/>
              <a:gd name="T108" fmla="*/ 744 w 3321"/>
              <a:gd name="T109" fmla="*/ 277 h 3312"/>
              <a:gd name="T110" fmla="*/ 994 w 3321"/>
              <a:gd name="T111" fmla="*/ 141 h 3312"/>
              <a:gd name="T112" fmla="*/ 1268 w 3321"/>
              <a:gd name="T113" fmla="*/ 47 h 3312"/>
              <a:gd name="T114" fmla="*/ 1560 w 3321"/>
              <a:gd name="T115" fmla="*/ 3 h 3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21" h="3312">
                <a:moveTo>
                  <a:pt x="2922" y="431"/>
                </a:moveTo>
                <a:lnTo>
                  <a:pt x="3155" y="662"/>
                </a:lnTo>
                <a:lnTo>
                  <a:pt x="1494" y="2318"/>
                </a:lnTo>
                <a:lnTo>
                  <a:pt x="748" y="1574"/>
                </a:lnTo>
                <a:lnTo>
                  <a:pt x="979" y="1341"/>
                </a:lnTo>
                <a:lnTo>
                  <a:pt x="1494" y="1855"/>
                </a:lnTo>
                <a:lnTo>
                  <a:pt x="2922" y="431"/>
                </a:lnTo>
                <a:close/>
                <a:moveTo>
                  <a:pt x="1661" y="0"/>
                </a:moveTo>
                <a:lnTo>
                  <a:pt x="1753" y="3"/>
                </a:lnTo>
                <a:lnTo>
                  <a:pt x="1845" y="11"/>
                </a:lnTo>
                <a:lnTo>
                  <a:pt x="1936" y="25"/>
                </a:lnTo>
                <a:lnTo>
                  <a:pt x="2027" y="42"/>
                </a:lnTo>
                <a:lnTo>
                  <a:pt x="2116" y="63"/>
                </a:lnTo>
                <a:lnTo>
                  <a:pt x="2205" y="88"/>
                </a:lnTo>
                <a:lnTo>
                  <a:pt x="2291" y="115"/>
                </a:lnTo>
                <a:lnTo>
                  <a:pt x="2026" y="380"/>
                </a:lnTo>
                <a:lnTo>
                  <a:pt x="1956" y="363"/>
                </a:lnTo>
                <a:lnTo>
                  <a:pt x="1885" y="349"/>
                </a:lnTo>
                <a:lnTo>
                  <a:pt x="1813" y="339"/>
                </a:lnTo>
                <a:lnTo>
                  <a:pt x="1738" y="333"/>
                </a:lnTo>
                <a:lnTo>
                  <a:pt x="1661" y="331"/>
                </a:lnTo>
                <a:lnTo>
                  <a:pt x="1570" y="334"/>
                </a:lnTo>
                <a:lnTo>
                  <a:pt x="1481" y="344"/>
                </a:lnTo>
                <a:lnTo>
                  <a:pt x="1394" y="358"/>
                </a:lnTo>
                <a:lnTo>
                  <a:pt x="1308" y="379"/>
                </a:lnTo>
                <a:lnTo>
                  <a:pt x="1226" y="405"/>
                </a:lnTo>
                <a:lnTo>
                  <a:pt x="1145" y="437"/>
                </a:lnTo>
                <a:lnTo>
                  <a:pt x="1067" y="472"/>
                </a:lnTo>
                <a:lnTo>
                  <a:pt x="991" y="513"/>
                </a:lnTo>
                <a:lnTo>
                  <a:pt x="919" y="559"/>
                </a:lnTo>
                <a:lnTo>
                  <a:pt x="850" y="608"/>
                </a:lnTo>
                <a:lnTo>
                  <a:pt x="785" y="662"/>
                </a:lnTo>
                <a:lnTo>
                  <a:pt x="723" y="721"/>
                </a:lnTo>
                <a:lnTo>
                  <a:pt x="664" y="783"/>
                </a:lnTo>
                <a:lnTo>
                  <a:pt x="610" y="848"/>
                </a:lnTo>
                <a:lnTo>
                  <a:pt x="561" y="916"/>
                </a:lnTo>
                <a:lnTo>
                  <a:pt x="514" y="989"/>
                </a:lnTo>
                <a:lnTo>
                  <a:pt x="473" y="1064"/>
                </a:lnTo>
                <a:lnTo>
                  <a:pt x="438" y="1142"/>
                </a:lnTo>
                <a:lnTo>
                  <a:pt x="407" y="1222"/>
                </a:lnTo>
                <a:lnTo>
                  <a:pt x="380" y="1305"/>
                </a:lnTo>
                <a:lnTo>
                  <a:pt x="359" y="1390"/>
                </a:lnTo>
                <a:lnTo>
                  <a:pt x="345" y="1477"/>
                </a:lnTo>
                <a:lnTo>
                  <a:pt x="335" y="1566"/>
                </a:lnTo>
                <a:lnTo>
                  <a:pt x="332" y="1656"/>
                </a:lnTo>
                <a:lnTo>
                  <a:pt x="335" y="1746"/>
                </a:lnTo>
                <a:lnTo>
                  <a:pt x="345" y="1835"/>
                </a:lnTo>
                <a:lnTo>
                  <a:pt x="359" y="1922"/>
                </a:lnTo>
                <a:lnTo>
                  <a:pt x="380" y="2007"/>
                </a:lnTo>
                <a:lnTo>
                  <a:pt x="407" y="2090"/>
                </a:lnTo>
                <a:lnTo>
                  <a:pt x="438" y="2170"/>
                </a:lnTo>
                <a:lnTo>
                  <a:pt x="473" y="2248"/>
                </a:lnTo>
                <a:lnTo>
                  <a:pt x="514" y="2323"/>
                </a:lnTo>
                <a:lnTo>
                  <a:pt x="561" y="2396"/>
                </a:lnTo>
                <a:lnTo>
                  <a:pt x="610" y="2464"/>
                </a:lnTo>
                <a:lnTo>
                  <a:pt x="664" y="2529"/>
                </a:lnTo>
                <a:lnTo>
                  <a:pt x="723" y="2591"/>
                </a:lnTo>
                <a:lnTo>
                  <a:pt x="785" y="2650"/>
                </a:lnTo>
                <a:lnTo>
                  <a:pt x="850" y="2704"/>
                </a:lnTo>
                <a:lnTo>
                  <a:pt x="919" y="2753"/>
                </a:lnTo>
                <a:lnTo>
                  <a:pt x="991" y="2799"/>
                </a:lnTo>
                <a:lnTo>
                  <a:pt x="1067" y="2840"/>
                </a:lnTo>
                <a:lnTo>
                  <a:pt x="1145" y="2875"/>
                </a:lnTo>
                <a:lnTo>
                  <a:pt x="1226" y="2907"/>
                </a:lnTo>
                <a:lnTo>
                  <a:pt x="1308" y="2933"/>
                </a:lnTo>
                <a:lnTo>
                  <a:pt x="1394" y="2954"/>
                </a:lnTo>
                <a:lnTo>
                  <a:pt x="1481" y="2968"/>
                </a:lnTo>
                <a:lnTo>
                  <a:pt x="1570" y="2978"/>
                </a:lnTo>
                <a:lnTo>
                  <a:pt x="1661" y="2981"/>
                </a:lnTo>
                <a:lnTo>
                  <a:pt x="1751" y="2978"/>
                </a:lnTo>
                <a:lnTo>
                  <a:pt x="1840" y="2968"/>
                </a:lnTo>
                <a:lnTo>
                  <a:pt x="1927" y="2954"/>
                </a:lnTo>
                <a:lnTo>
                  <a:pt x="2013" y="2933"/>
                </a:lnTo>
                <a:lnTo>
                  <a:pt x="2095" y="2907"/>
                </a:lnTo>
                <a:lnTo>
                  <a:pt x="2176" y="2875"/>
                </a:lnTo>
                <a:lnTo>
                  <a:pt x="2254" y="2840"/>
                </a:lnTo>
                <a:lnTo>
                  <a:pt x="2330" y="2799"/>
                </a:lnTo>
                <a:lnTo>
                  <a:pt x="2402" y="2753"/>
                </a:lnTo>
                <a:lnTo>
                  <a:pt x="2471" y="2704"/>
                </a:lnTo>
                <a:lnTo>
                  <a:pt x="2536" y="2650"/>
                </a:lnTo>
                <a:lnTo>
                  <a:pt x="2598" y="2591"/>
                </a:lnTo>
                <a:lnTo>
                  <a:pt x="2657" y="2529"/>
                </a:lnTo>
                <a:lnTo>
                  <a:pt x="2711" y="2464"/>
                </a:lnTo>
                <a:lnTo>
                  <a:pt x="2760" y="2396"/>
                </a:lnTo>
                <a:lnTo>
                  <a:pt x="2807" y="2323"/>
                </a:lnTo>
                <a:lnTo>
                  <a:pt x="2848" y="2248"/>
                </a:lnTo>
                <a:lnTo>
                  <a:pt x="2883" y="2170"/>
                </a:lnTo>
                <a:lnTo>
                  <a:pt x="2914" y="2090"/>
                </a:lnTo>
                <a:lnTo>
                  <a:pt x="2941" y="2007"/>
                </a:lnTo>
                <a:lnTo>
                  <a:pt x="2962" y="1922"/>
                </a:lnTo>
                <a:lnTo>
                  <a:pt x="2976" y="1835"/>
                </a:lnTo>
                <a:lnTo>
                  <a:pt x="2986" y="1746"/>
                </a:lnTo>
                <a:lnTo>
                  <a:pt x="2989" y="1656"/>
                </a:lnTo>
                <a:lnTo>
                  <a:pt x="3321" y="1656"/>
                </a:lnTo>
                <a:lnTo>
                  <a:pt x="3318" y="1756"/>
                </a:lnTo>
                <a:lnTo>
                  <a:pt x="3309" y="1856"/>
                </a:lnTo>
                <a:lnTo>
                  <a:pt x="3294" y="1952"/>
                </a:lnTo>
                <a:lnTo>
                  <a:pt x="3274" y="2047"/>
                </a:lnTo>
                <a:lnTo>
                  <a:pt x="3248" y="2141"/>
                </a:lnTo>
                <a:lnTo>
                  <a:pt x="3216" y="2232"/>
                </a:lnTo>
                <a:lnTo>
                  <a:pt x="3180" y="2320"/>
                </a:lnTo>
                <a:lnTo>
                  <a:pt x="3139" y="2407"/>
                </a:lnTo>
                <a:lnTo>
                  <a:pt x="3094" y="2490"/>
                </a:lnTo>
                <a:lnTo>
                  <a:pt x="3043" y="2570"/>
                </a:lnTo>
                <a:lnTo>
                  <a:pt x="2988" y="2648"/>
                </a:lnTo>
                <a:lnTo>
                  <a:pt x="2930" y="2721"/>
                </a:lnTo>
                <a:lnTo>
                  <a:pt x="2866" y="2791"/>
                </a:lnTo>
                <a:lnTo>
                  <a:pt x="2799" y="2858"/>
                </a:lnTo>
                <a:lnTo>
                  <a:pt x="2728" y="2922"/>
                </a:lnTo>
                <a:lnTo>
                  <a:pt x="2655" y="2980"/>
                </a:lnTo>
                <a:lnTo>
                  <a:pt x="2577" y="3035"/>
                </a:lnTo>
                <a:lnTo>
                  <a:pt x="2497" y="3085"/>
                </a:lnTo>
                <a:lnTo>
                  <a:pt x="2413" y="3130"/>
                </a:lnTo>
                <a:lnTo>
                  <a:pt x="2327" y="3171"/>
                </a:lnTo>
                <a:lnTo>
                  <a:pt x="2238" y="3208"/>
                </a:lnTo>
                <a:lnTo>
                  <a:pt x="2147" y="3239"/>
                </a:lnTo>
                <a:lnTo>
                  <a:pt x="2053" y="3265"/>
                </a:lnTo>
                <a:lnTo>
                  <a:pt x="1957" y="3285"/>
                </a:lnTo>
                <a:lnTo>
                  <a:pt x="1861" y="3300"/>
                </a:lnTo>
                <a:lnTo>
                  <a:pt x="1761" y="3309"/>
                </a:lnTo>
                <a:lnTo>
                  <a:pt x="1661" y="3312"/>
                </a:lnTo>
                <a:lnTo>
                  <a:pt x="1560" y="3309"/>
                </a:lnTo>
                <a:lnTo>
                  <a:pt x="1460" y="3300"/>
                </a:lnTo>
                <a:lnTo>
                  <a:pt x="1364" y="3285"/>
                </a:lnTo>
                <a:lnTo>
                  <a:pt x="1268" y="3265"/>
                </a:lnTo>
                <a:lnTo>
                  <a:pt x="1174" y="3239"/>
                </a:lnTo>
                <a:lnTo>
                  <a:pt x="1083" y="3208"/>
                </a:lnTo>
                <a:lnTo>
                  <a:pt x="994" y="3171"/>
                </a:lnTo>
                <a:lnTo>
                  <a:pt x="908" y="3130"/>
                </a:lnTo>
                <a:lnTo>
                  <a:pt x="824" y="3085"/>
                </a:lnTo>
                <a:lnTo>
                  <a:pt x="744" y="3035"/>
                </a:lnTo>
                <a:lnTo>
                  <a:pt x="666" y="2980"/>
                </a:lnTo>
                <a:lnTo>
                  <a:pt x="593" y="2922"/>
                </a:lnTo>
                <a:lnTo>
                  <a:pt x="522" y="2858"/>
                </a:lnTo>
                <a:lnTo>
                  <a:pt x="455" y="2791"/>
                </a:lnTo>
                <a:lnTo>
                  <a:pt x="391" y="2721"/>
                </a:lnTo>
                <a:lnTo>
                  <a:pt x="333" y="2648"/>
                </a:lnTo>
                <a:lnTo>
                  <a:pt x="278" y="2570"/>
                </a:lnTo>
                <a:lnTo>
                  <a:pt x="227" y="2490"/>
                </a:lnTo>
                <a:lnTo>
                  <a:pt x="182" y="2407"/>
                </a:lnTo>
                <a:lnTo>
                  <a:pt x="141" y="2320"/>
                </a:lnTo>
                <a:lnTo>
                  <a:pt x="105" y="2232"/>
                </a:lnTo>
                <a:lnTo>
                  <a:pt x="73" y="2141"/>
                </a:lnTo>
                <a:lnTo>
                  <a:pt x="47" y="2047"/>
                </a:lnTo>
                <a:lnTo>
                  <a:pt x="27" y="1952"/>
                </a:lnTo>
                <a:lnTo>
                  <a:pt x="12" y="1856"/>
                </a:lnTo>
                <a:lnTo>
                  <a:pt x="3" y="1756"/>
                </a:lnTo>
                <a:lnTo>
                  <a:pt x="0" y="1656"/>
                </a:lnTo>
                <a:lnTo>
                  <a:pt x="3" y="1556"/>
                </a:lnTo>
                <a:lnTo>
                  <a:pt x="12" y="1456"/>
                </a:lnTo>
                <a:lnTo>
                  <a:pt x="27" y="1360"/>
                </a:lnTo>
                <a:lnTo>
                  <a:pt x="47" y="1265"/>
                </a:lnTo>
                <a:lnTo>
                  <a:pt x="73" y="1171"/>
                </a:lnTo>
                <a:lnTo>
                  <a:pt x="105" y="1080"/>
                </a:lnTo>
                <a:lnTo>
                  <a:pt x="141" y="992"/>
                </a:lnTo>
                <a:lnTo>
                  <a:pt x="182" y="905"/>
                </a:lnTo>
                <a:lnTo>
                  <a:pt x="227" y="822"/>
                </a:lnTo>
                <a:lnTo>
                  <a:pt x="278" y="742"/>
                </a:lnTo>
                <a:lnTo>
                  <a:pt x="333" y="664"/>
                </a:lnTo>
                <a:lnTo>
                  <a:pt x="391" y="591"/>
                </a:lnTo>
                <a:lnTo>
                  <a:pt x="455" y="521"/>
                </a:lnTo>
                <a:lnTo>
                  <a:pt x="522" y="454"/>
                </a:lnTo>
                <a:lnTo>
                  <a:pt x="593" y="390"/>
                </a:lnTo>
                <a:lnTo>
                  <a:pt x="666" y="332"/>
                </a:lnTo>
                <a:lnTo>
                  <a:pt x="744" y="277"/>
                </a:lnTo>
                <a:lnTo>
                  <a:pt x="824" y="227"/>
                </a:lnTo>
                <a:lnTo>
                  <a:pt x="908" y="182"/>
                </a:lnTo>
                <a:lnTo>
                  <a:pt x="994" y="141"/>
                </a:lnTo>
                <a:lnTo>
                  <a:pt x="1083" y="104"/>
                </a:lnTo>
                <a:lnTo>
                  <a:pt x="1174" y="73"/>
                </a:lnTo>
                <a:lnTo>
                  <a:pt x="1268" y="47"/>
                </a:lnTo>
                <a:lnTo>
                  <a:pt x="1364" y="27"/>
                </a:lnTo>
                <a:lnTo>
                  <a:pt x="1460" y="12"/>
                </a:lnTo>
                <a:lnTo>
                  <a:pt x="1560" y="3"/>
                </a:lnTo>
                <a:lnTo>
                  <a:pt x="1661" y="0"/>
                </a:lnTo>
                <a:close/>
              </a:path>
            </a:pathLst>
          </a:custGeom>
          <a:solidFill>
            <a:srgbClr val="93C9E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 dirty="0">
              <a:solidFill>
                <a:prstClr val="black"/>
              </a:solidFill>
            </a:endParaRPr>
          </a:p>
        </p:txBody>
      </p:sp>
      <p:sp>
        <p:nvSpPr>
          <p:cNvPr id="20" name="Freeform 6"/>
          <p:cNvSpPr>
            <a:spLocks noEditPoints="1"/>
          </p:cNvSpPr>
          <p:nvPr/>
        </p:nvSpPr>
        <p:spPr bwMode="auto">
          <a:xfrm>
            <a:off x="7794940" y="4549087"/>
            <a:ext cx="368075" cy="367078"/>
          </a:xfrm>
          <a:custGeom>
            <a:avLst/>
            <a:gdLst>
              <a:gd name="T0" fmla="*/ 1494 w 3321"/>
              <a:gd name="T1" fmla="*/ 2318 h 3312"/>
              <a:gd name="T2" fmla="*/ 1494 w 3321"/>
              <a:gd name="T3" fmla="*/ 1855 h 3312"/>
              <a:gd name="T4" fmla="*/ 1753 w 3321"/>
              <a:gd name="T5" fmla="*/ 3 h 3312"/>
              <a:gd name="T6" fmla="*/ 2027 w 3321"/>
              <a:gd name="T7" fmla="*/ 42 h 3312"/>
              <a:gd name="T8" fmla="*/ 2291 w 3321"/>
              <a:gd name="T9" fmla="*/ 115 h 3312"/>
              <a:gd name="T10" fmla="*/ 1885 w 3321"/>
              <a:gd name="T11" fmla="*/ 349 h 3312"/>
              <a:gd name="T12" fmla="*/ 1661 w 3321"/>
              <a:gd name="T13" fmla="*/ 331 h 3312"/>
              <a:gd name="T14" fmla="*/ 1394 w 3321"/>
              <a:gd name="T15" fmla="*/ 358 h 3312"/>
              <a:gd name="T16" fmla="*/ 1145 w 3321"/>
              <a:gd name="T17" fmla="*/ 437 h 3312"/>
              <a:gd name="T18" fmla="*/ 919 w 3321"/>
              <a:gd name="T19" fmla="*/ 559 h 3312"/>
              <a:gd name="T20" fmla="*/ 723 w 3321"/>
              <a:gd name="T21" fmla="*/ 721 h 3312"/>
              <a:gd name="T22" fmla="*/ 561 w 3321"/>
              <a:gd name="T23" fmla="*/ 916 h 3312"/>
              <a:gd name="T24" fmla="*/ 438 w 3321"/>
              <a:gd name="T25" fmla="*/ 1142 h 3312"/>
              <a:gd name="T26" fmla="*/ 359 w 3321"/>
              <a:gd name="T27" fmla="*/ 1390 h 3312"/>
              <a:gd name="T28" fmla="*/ 332 w 3321"/>
              <a:gd name="T29" fmla="*/ 1656 h 3312"/>
              <a:gd name="T30" fmla="*/ 359 w 3321"/>
              <a:gd name="T31" fmla="*/ 1922 h 3312"/>
              <a:gd name="T32" fmla="*/ 438 w 3321"/>
              <a:gd name="T33" fmla="*/ 2170 h 3312"/>
              <a:gd name="T34" fmla="*/ 561 w 3321"/>
              <a:gd name="T35" fmla="*/ 2396 h 3312"/>
              <a:gd name="T36" fmla="*/ 723 w 3321"/>
              <a:gd name="T37" fmla="*/ 2591 h 3312"/>
              <a:gd name="T38" fmla="*/ 919 w 3321"/>
              <a:gd name="T39" fmla="*/ 2753 h 3312"/>
              <a:gd name="T40" fmla="*/ 1145 w 3321"/>
              <a:gd name="T41" fmla="*/ 2875 h 3312"/>
              <a:gd name="T42" fmla="*/ 1394 w 3321"/>
              <a:gd name="T43" fmla="*/ 2954 h 3312"/>
              <a:gd name="T44" fmla="*/ 1661 w 3321"/>
              <a:gd name="T45" fmla="*/ 2981 h 3312"/>
              <a:gd name="T46" fmla="*/ 1927 w 3321"/>
              <a:gd name="T47" fmla="*/ 2954 h 3312"/>
              <a:gd name="T48" fmla="*/ 2176 w 3321"/>
              <a:gd name="T49" fmla="*/ 2875 h 3312"/>
              <a:gd name="T50" fmla="*/ 2402 w 3321"/>
              <a:gd name="T51" fmla="*/ 2753 h 3312"/>
              <a:gd name="T52" fmla="*/ 2598 w 3321"/>
              <a:gd name="T53" fmla="*/ 2591 h 3312"/>
              <a:gd name="T54" fmla="*/ 2760 w 3321"/>
              <a:gd name="T55" fmla="*/ 2396 h 3312"/>
              <a:gd name="T56" fmla="*/ 2883 w 3321"/>
              <a:gd name="T57" fmla="*/ 2170 h 3312"/>
              <a:gd name="T58" fmla="*/ 2962 w 3321"/>
              <a:gd name="T59" fmla="*/ 1922 h 3312"/>
              <a:gd name="T60" fmla="*/ 2989 w 3321"/>
              <a:gd name="T61" fmla="*/ 1656 h 3312"/>
              <a:gd name="T62" fmla="*/ 3309 w 3321"/>
              <a:gd name="T63" fmla="*/ 1856 h 3312"/>
              <a:gd name="T64" fmla="*/ 3248 w 3321"/>
              <a:gd name="T65" fmla="*/ 2141 h 3312"/>
              <a:gd name="T66" fmla="*/ 3139 w 3321"/>
              <a:gd name="T67" fmla="*/ 2407 h 3312"/>
              <a:gd name="T68" fmla="*/ 2988 w 3321"/>
              <a:gd name="T69" fmla="*/ 2648 h 3312"/>
              <a:gd name="T70" fmla="*/ 2799 w 3321"/>
              <a:gd name="T71" fmla="*/ 2858 h 3312"/>
              <a:gd name="T72" fmla="*/ 2577 w 3321"/>
              <a:gd name="T73" fmla="*/ 3035 h 3312"/>
              <a:gd name="T74" fmla="*/ 2327 w 3321"/>
              <a:gd name="T75" fmla="*/ 3171 h 3312"/>
              <a:gd name="T76" fmla="*/ 2053 w 3321"/>
              <a:gd name="T77" fmla="*/ 3265 h 3312"/>
              <a:gd name="T78" fmla="*/ 1761 w 3321"/>
              <a:gd name="T79" fmla="*/ 3309 h 3312"/>
              <a:gd name="T80" fmla="*/ 1460 w 3321"/>
              <a:gd name="T81" fmla="*/ 3300 h 3312"/>
              <a:gd name="T82" fmla="*/ 1174 w 3321"/>
              <a:gd name="T83" fmla="*/ 3239 h 3312"/>
              <a:gd name="T84" fmla="*/ 908 w 3321"/>
              <a:gd name="T85" fmla="*/ 3130 h 3312"/>
              <a:gd name="T86" fmla="*/ 666 w 3321"/>
              <a:gd name="T87" fmla="*/ 2980 h 3312"/>
              <a:gd name="T88" fmla="*/ 455 w 3321"/>
              <a:gd name="T89" fmla="*/ 2791 h 3312"/>
              <a:gd name="T90" fmla="*/ 278 w 3321"/>
              <a:gd name="T91" fmla="*/ 2570 h 3312"/>
              <a:gd name="T92" fmla="*/ 141 w 3321"/>
              <a:gd name="T93" fmla="*/ 2320 h 3312"/>
              <a:gd name="T94" fmla="*/ 47 w 3321"/>
              <a:gd name="T95" fmla="*/ 2047 h 3312"/>
              <a:gd name="T96" fmla="*/ 3 w 3321"/>
              <a:gd name="T97" fmla="*/ 1756 h 3312"/>
              <a:gd name="T98" fmla="*/ 12 w 3321"/>
              <a:gd name="T99" fmla="*/ 1456 h 3312"/>
              <a:gd name="T100" fmla="*/ 73 w 3321"/>
              <a:gd name="T101" fmla="*/ 1171 h 3312"/>
              <a:gd name="T102" fmla="*/ 182 w 3321"/>
              <a:gd name="T103" fmla="*/ 905 h 3312"/>
              <a:gd name="T104" fmla="*/ 333 w 3321"/>
              <a:gd name="T105" fmla="*/ 664 h 3312"/>
              <a:gd name="T106" fmla="*/ 522 w 3321"/>
              <a:gd name="T107" fmla="*/ 454 h 3312"/>
              <a:gd name="T108" fmla="*/ 744 w 3321"/>
              <a:gd name="T109" fmla="*/ 277 h 3312"/>
              <a:gd name="T110" fmla="*/ 994 w 3321"/>
              <a:gd name="T111" fmla="*/ 141 h 3312"/>
              <a:gd name="T112" fmla="*/ 1268 w 3321"/>
              <a:gd name="T113" fmla="*/ 47 h 3312"/>
              <a:gd name="T114" fmla="*/ 1560 w 3321"/>
              <a:gd name="T115" fmla="*/ 3 h 3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21" h="3312">
                <a:moveTo>
                  <a:pt x="2922" y="431"/>
                </a:moveTo>
                <a:lnTo>
                  <a:pt x="3155" y="662"/>
                </a:lnTo>
                <a:lnTo>
                  <a:pt x="1494" y="2318"/>
                </a:lnTo>
                <a:lnTo>
                  <a:pt x="748" y="1574"/>
                </a:lnTo>
                <a:lnTo>
                  <a:pt x="979" y="1341"/>
                </a:lnTo>
                <a:lnTo>
                  <a:pt x="1494" y="1855"/>
                </a:lnTo>
                <a:lnTo>
                  <a:pt x="2922" y="431"/>
                </a:lnTo>
                <a:close/>
                <a:moveTo>
                  <a:pt x="1661" y="0"/>
                </a:moveTo>
                <a:lnTo>
                  <a:pt x="1753" y="3"/>
                </a:lnTo>
                <a:lnTo>
                  <a:pt x="1845" y="11"/>
                </a:lnTo>
                <a:lnTo>
                  <a:pt x="1936" y="25"/>
                </a:lnTo>
                <a:lnTo>
                  <a:pt x="2027" y="42"/>
                </a:lnTo>
                <a:lnTo>
                  <a:pt x="2116" y="63"/>
                </a:lnTo>
                <a:lnTo>
                  <a:pt x="2205" y="88"/>
                </a:lnTo>
                <a:lnTo>
                  <a:pt x="2291" y="115"/>
                </a:lnTo>
                <a:lnTo>
                  <a:pt x="2026" y="380"/>
                </a:lnTo>
                <a:lnTo>
                  <a:pt x="1956" y="363"/>
                </a:lnTo>
                <a:lnTo>
                  <a:pt x="1885" y="349"/>
                </a:lnTo>
                <a:lnTo>
                  <a:pt x="1813" y="339"/>
                </a:lnTo>
                <a:lnTo>
                  <a:pt x="1738" y="333"/>
                </a:lnTo>
                <a:lnTo>
                  <a:pt x="1661" y="331"/>
                </a:lnTo>
                <a:lnTo>
                  <a:pt x="1570" y="334"/>
                </a:lnTo>
                <a:lnTo>
                  <a:pt x="1481" y="344"/>
                </a:lnTo>
                <a:lnTo>
                  <a:pt x="1394" y="358"/>
                </a:lnTo>
                <a:lnTo>
                  <a:pt x="1308" y="379"/>
                </a:lnTo>
                <a:lnTo>
                  <a:pt x="1226" y="405"/>
                </a:lnTo>
                <a:lnTo>
                  <a:pt x="1145" y="437"/>
                </a:lnTo>
                <a:lnTo>
                  <a:pt x="1067" y="472"/>
                </a:lnTo>
                <a:lnTo>
                  <a:pt x="991" y="513"/>
                </a:lnTo>
                <a:lnTo>
                  <a:pt x="919" y="559"/>
                </a:lnTo>
                <a:lnTo>
                  <a:pt x="850" y="608"/>
                </a:lnTo>
                <a:lnTo>
                  <a:pt x="785" y="662"/>
                </a:lnTo>
                <a:lnTo>
                  <a:pt x="723" y="721"/>
                </a:lnTo>
                <a:lnTo>
                  <a:pt x="664" y="783"/>
                </a:lnTo>
                <a:lnTo>
                  <a:pt x="610" y="848"/>
                </a:lnTo>
                <a:lnTo>
                  <a:pt x="561" y="916"/>
                </a:lnTo>
                <a:lnTo>
                  <a:pt x="514" y="989"/>
                </a:lnTo>
                <a:lnTo>
                  <a:pt x="473" y="1064"/>
                </a:lnTo>
                <a:lnTo>
                  <a:pt x="438" y="1142"/>
                </a:lnTo>
                <a:lnTo>
                  <a:pt x="407" y="1222"/>
                </a:lnTo>
                <a:lnTo>
                  <a:pt x="380" y="1305"/>
                </a:lnTo>
                <a:lnTo>
                  <a:pt x="359" y="1390"/>
                </a:lnTo>
                <a:lnTo>
                  <a:pt x="345" y="1477"/>
                </a:lnTo>
                <a:lnTo>
                  <a:pt x="335" y="1566"/>
                </a:lnTo>
                <a:lnTo>
                  <a:pt x="332" y="1656"/>
                </a:lnTo>
                <a:lnTo>
                  <a:pt x="335" y="1746"/>
                </a:lnTo>
                <a:lnTo>
                  <a:pt x="345" y="1835"/>
                </a:lnTo>
                <a:lnTo>
                  <a:pt x="359" y="1922"/>
                </a:lnTo>
                <a:lnTo>
                  <a:pt x="380" y="2007"/>
                </a:lnTo>
                <a:lnTo>
                  <a:pt x="407" y="2090"/>
                </a:lnTo>
                <a:lnTo>
                  <a:pt x="438" y="2170"/>
                </a:lnTo>
                <a:lnTo>
                  <a:pt x="473" y="2248"/>
                </a:lnTo>
                <a:lnTo>
                  <a:pt x="514" y="2323"/>
                </a:lnTo>
                <a:lnTo>
                  <a:pt x="561" y="2396"/>
                </a:lnTo>
                <a:lnTo>
                  <a:pt x="610" y="2464"/>
                </a:lnTo>
                <a:lnTo>
                  <a:pt x="664" y="2529"/>
                </a:lnTo>
                <a:lnTo>
                  <a:pt x="723" y="2591"/>
                </a:lnTo>
                <a:lnTo>
                  <a:pt x="785" y="2650"/>
                </a:lnTo>
                <a:lnTo>
                  <a:pt x="850" y="2704"/>
                </a:lnTo>
                <a:lnTo>
                  <a:pt x="919" y="2753"/>
                </a:lnTo>
                <a:lnTo>
                  <a:pt x="991" y="2799"/>
                </a:lnTo>
                <a:lnTo>
                  <a:pt x="1067" y="2840"/>
                </a:lnTo>
                <a:lnTo>
                  <a:pt x="1145" y="2875"/>
                </a:lnTo>
                <a:lnTo>
                  <a:pt x="1226" y="2907"/>
                </a:lnTo>
                <a:lnTo>
                  <a:pt x="1308" y="2933"/>
                </a:lnTo>
                <a:lnTo>
                  <a:pt x="1394" y="2954"/>
                </a:lnTo>
                <a:lnTo>
                  <a:pt x="1481" y="2968"/>
                </a:lnTo>
                <a:lnTo>
                  <a:pt x="1570" y="2978"/>
                </a:lnTo>
                <a:lnTo>
                  <a:pt x="1661" y="2981"/>
                </a:lnTo>
                <a:lnTo>
                  <a:pt x="1751" y="2978"/>
                </a:lnTo>
                <a:lnTo>
                  <a:pt x="1840" y="2968"/>
                </a:lnTo>
                <a:lnTo>
                  <a:pt x="1927" y="2954"/>
                </a:lnTo>
                <a:lnTo>
                  <a:pt x="2013" y="2933"/>
                </a:lnTo>
                <a:lnTo>
                  <a:pt x="2095" y="2907"/>
                </a:lnTo>
                <a:lnTo>
                  <a:pt x="2176" y="2875"/>
                </a:lnTo>
                <a:lnTo>
                  <a:pt x="2254" y="2840"/>
                </a:lnTo>
                <a:lnTo>
                  <a:pt x="2330" y="2799"/>
                </a:lnTo>
                <a:lnTo>
                  <a:pt x="2402" y="2753"/>
                </a:lnTo>
                <a:lnTo>
                  <a:pt x="2471" y="2704"/>
                </a:lnTo>
                <a:lnTo>
                  <a:pt x="2536" y="2650"/>
                </a:lnTo>
                <a:lnTo>
                  <a:pt x="2598" y="2591"/>
                </a:lnTo>
                <a:lnTo>
                  <a:pt x="2657" y="2529"/>
                </a:lnTo>
                <a:lnTo>
                  <a:pt x="2711" y="2464"/>
                </a:lnTo>
                <a:lnTo>
                  <a:pt x="2760" y="2396"/>
                </a:lnTo>
                <a:lnTo>
                  <a:pt x="2807" y="2323"/>
                </a:lnTo>
                <a:lnTo>
                  <a:pt x="2848" y="2248"/>
                </a:lnTo>
                <a:lnTo>
                  <a:pt x="2883" y="2170"/>
                </a:lnTo>
                <a:lnTo>
                  <a:pt x="2914" y="2090"/>
                </a:lnTo>
                <a:lnTo>
                  <a:pt x="2941" y="2007"/>
                </a:lnTo>
                <a:lnTo>
                  <a:pt x="2962" y="1922"/>
                </a:lnTo>
                <a:lnTo>
                  <a:pt x="2976" y="1835"/>
                </a:lnTo>
                <a:lnTo>
                  <a:pt x="2986" y="1746"/>
                </a:lnTo>
                <a:lnTo>
                  <a:pt x="2989" y="1656"/>
                </a:lnTo>
                <a:lnTo>
                  <a:pt x="3321" y="1656"/>
                </a:lnTo>
                <a:lnTo>
                  <a:pt x="3318" y="1756"/>
                </a:lnTo>
                <a:lnTo>
                  <a:pt x="3309" y="1856"/>
                </a:lnTo>
                <a:lnTo>
                  <a:pt x="3294" y="1952"/>
                </a:lnTo>
                <a:lnTo>
                  <a:pt x="3274" y="2047"/>
                </a:lnTo>
                <a:lnTo>
                  <a:pt x="3248" y="2141"/>
                </a:lnTo>
                <a:lnTo>
                  <a:pt x="3216" y="2232"/>
                </a:lnTo>
                <a:lnTo>
                  <a:pt x="3180" y="2320"/>
                </a:lnTo>
                <a:lnTo>
                  <a:pt x="3139" y="2407"/>
                </a:lnTo>
                <a:lnTo>
                  <a:pt x="3094" y="2490"/>
                </a:lnTo>
                <a:lnTo>
                  <a:pt x="3043" y="2570"/>
                </a:lnTo>
                <a:lnTo>
                  <a:pt x="2988" y="2648"/>
                </a:lnTo>
                <a:lnTo>
                  <a:pt x="2930" y="2721"/>
                </a:lnTo>
                <a:lnTo>
                  <a:pt x="2866" y="2791"/>
                </a:lnTo>
                <a:lnTo>
                  <a:pt x="2799" y="2858"/>
                </a:lnTo>
                <a:lnTo>
                  <a:pt x="2728" y="2922"/>
                </a:lnTo>
                <a:lnTo>
                  <a:pt x="2655" y="2980"/>
                </a:lnTo>
                <a:lnTo>
                  <a:pt x="2577" y="3035"/>
                </a:lnTo>
                <a:lnTo>
                  <a:pt x="2497" y="3085"/>
                </a:lnTo>
                <a:lnTo>
                  <a:pt x="2413" y="3130"/>
                </a:lnTo>
                <a:lnTo>
                  <a:pt x="2327" y="3171"/>
                </a:lnTo>
                <a:lnTo>
                  <a:pt x="2238" y="3208"/>
                </a:lnTo>
                <a:lnTo>
                  <a:pt x="2147" y="3239"/>
                </a:lnTo>
                <a:lnTo>
                  <a:pt x="2053" y="3265"/>
                </a:lnTo>
                <a:lnTo>
                  <a:pt x="1957" y="3285"/>
                </a:lnTo>
                <a:lnTo>
                  <a:pt x="1861" y="3300"/>
                </a:lnTo>
                <a:lnTo>
                  <a:pt x="1761" y="3309"/>
                </a:lnTo>
                <a:lnTo>
                  <a:pt x="1661" y="3312"/>
                </a:lnTo>
                <a:lnTo>
                  <a:pt x="1560" y="3309"/>
                </a:lnTo>
                <a:lnTo>
                  <a:pt x="1460" y="3300"/>
                </a:lnTo>
                <a:lnTo>
                  <a:pt x="1364" y="3285"/>
                </a:lnTo>
                <a:lnTo>
                  <a:pt x="1268" y="3265"/>
                </a:lnTo>
                <a:lnTo>
                  <a:pt x="1174" y="3239"/>
                </a:lnTo>
                <a:lnTo>
                  <a:pt x="1083" y="3208"/>
                </a:lnTo>
                <a:lnTo>
                  <a:pt x="994" y="3171"/>
                </a:lnTo>
                <a:lnTo>
                  <a:pt x="908" y="3130"/>
                </a:lnTo>
                <a:lnTo>
                  <a:pt x="824" y="3085"/>
                </a:lnTo>
                <a:lnTo>
                  <a:pt x="744" y="3035"/>
                </a:lnTo>
                <a:lnTo>
                  <a:pt x="666" y="2980"/>
                </a:lnTo>
                <a:lnTo>
                  <a:pt x="593" y="2922"/>
                </a:lnTo>
                <a:lnTo>
                  <a:pt x="522" y="2858"/>
                </a:lnTo>
                <a:lnTo>
                  <a:pt x="455" y="2791"/>
                </a:lnTo>
                <a:lnTo>
                  <a:pt x="391" y="2721"/>
                </a:lnTo>
                <a:lnTo>
                  <a:pt x="333" y="2648"/>
                </a:lnTo>
                <a:lnTo>
                  <a:pt x="278" y="2570"/>
                </a:lnTo>
                <a:lnTo>
                  <a:pt x="227" y="2490"/>
                </a:lnTo>
                <a:lnTo>
                  <a:pt x="182" y="2407"/>
                </a:lnTo>
                <a:lnTo>
                  <a:pt x="141" y="2320"/>
                </a:lnTo>
                <a:lnTo>
                  <a:pt x="105" y="2232"/>
                </a:lnTo>
                <a:lnTo>
                  <a:pt x="73" y="2141"/>
                </a:lnTo>
                <a:lnTo>
                  <a:pt x="47" y="2047"/>
                </a:lnTo>
                <a:lnTo>
                  <a:pt x="27" y="1952"/>
                </a:lnTo>
                <a:lnTo>
                  <a:pt x="12" y="1856"/>
                </a:lnTo>
                <a:lnTo>
                  <a:pt x="3" y="1756"/>
                </a:lnTo>
                <a:lnTo>
                  <a:pt x="0" y="1656"/>
                </a:lnTo>
                <a:lnTo>
                  <a:pt x="3" y="1556"/>
                </a:lnTo>
                <a:lnTo>
                  <a:pt x="12" y="1456"/>
                </a:lnTo>
                <a:lnTo>
                  <a:pt x="27" y="1360"/>
                </a:lnTo>
                <a:lnTo>
                  <a:pt x="47" y="1265"/>
                </a:lnTo>
                <a:lnTo>
                  <a:pt x="73" y="1171"/>
                </a:lnTo>
                <a:lnTo>
                  <a:pt x="105" y="1080"/>
                </a:lnTo>
                <a:lnTo>
                  <a:pt x="141" y="992"/>
                </a:lnTo>
                <a:lnTo>
                  <a:pt x="182" y="905"/>
                </a:lnTo>
                <a:lnTo>
                  <a:pt x="227" y="822"/>
                </a:lnTo>
                <a:lnTo>
                  <a:pt x="278" y="742"/>
                </a:lnTo>
                <a:lnTo>
                  <a:pt x="333" y="664"/>
                </a:lnTo>
                <a:lnTo>
                  <a:pt x="391" y="591"/>
                </a:lnTo>
                <a:lnTo>
                  <a:pt x="455" y="521"/>
                </a:lnTo>
                <a:lnTo>
                  <a:pt x="522" y="454"/>
                </a:lnTo>
                <a:lnTo>
                  <a:pt x="593" y="390"/>
                </a:lnTo>
                <a:lnTo>
                  <a:pt x="666" y="332"/>
                </a:lnTo>
                <a:lnTo>
                  <a:pt x="744" y="277"/>
                </a:lnTo>
                <a:lnTo>
                  <a:pt x="824" y="227"/>
                </a:lnTo>
                <a:lnTo>
                  <a:pt x="908" y="182"/>
                </a:lnTo>
                <a:lnTo>
                  <a:pt x="994" y="141"/>
                </a:lnTo>
                <a:lnTo>
                  <a:pt x="1083" y="104"/>
                </a:lnTo>
                <a:lnTo>
                  <a:pt x="1174" y="73"/>
                </a:lnTo>
                <a:lnTo>
                  <a:pt x="1268" y="47"/>
                </a:lnTo>
                <a:lnTo>
                  <a:pt x="1364" y="27"/>
                </a:lnTo>
                <a:lnTo>
                  <a:pt x="1460" y="12"/>
                </a:lnTo>
                <a:lnTo>
                  <a:pt x="1560" y="3"/>
                </a:lnTo>
                <a:lnTo>
                  <a:pt x="1661" y="0"/>
                </a:lnTo>
                <a:close/>
              </a:path>
            </a:pathLst>
          </a:custGeom>
          <a:solidFill>
            <a:srgbClr val="93C9E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 dirty="0">
              <a:solidFill>
                <a:prstClr val="black"/>
              </a:solidFill>
            </a:endParaRPr>
          </a:p>
        </p:txBody>
      </p:sp>
      <p:sp>
        <p:nvSpPr>
          <p:cNvPr id="21" name="Freeform 6"/>
          <p:cNvSpPr>
            <a:spLocks noEditPoints="1"/>
          </p:cNvSpPr>
          <p:nvPr/>
        </p:nvSpPr>
        <p:spPr bwMode="auto">
          <a:xfrm>
            <a:off x="7794939" y="5340978"/>
            <a:ext cx="368075" cy="367078"/>
          </a:xfrm>
          <a:custGeom>
            <a:avLst/>
            <a:gdLst>
              <a:gd name="T0" fmla="*/ 1494 w 3321"/>
              <a:gd name="T1" fmla="*/ 2318 h 3312"/>
              <a:gd name="T2" fmla="*/ 1494 w 3321"/>
              <a:gd name="T3" fmla="*/ 1855 h 3312"/>
              <a:gd name="T4" fmla="*/ 1753 w 3321"/>
              <a:gd name="T5" fmla="*/ 3 h 3312"/>
              <a:gd name="T6" fmla="*/ 2027 w 3321"/>
              <a:gd name="T7" fmla="*/ 42 h 3312"/>
              <a:gd name="T8" fmla="*/ 2291 w 3321"/>
              <a:gd name="T9" fmla="*/ 115 h 3312"/>
              <a:gd name="T10" fmla="*/ 1885 w 3321"/>
              <a:gd name="T11" fmla="*/ 349 h 3312"/>
              <a:gd name="T12" fmla="*/ 1661 w 3321"/>
              <a:gd name="T13" fmla="*/ 331 h 3312"/>
              <a:gd name="T14" fmla="*/ 1394 w 3321"/>
              <a:gd name="T15" fmla="*/ 358 h 3312"/>
              <a:gd name="T16" fmla="*/ 1145 w 3321"/>
              <a:gd name="T17" fmla="*/ 437 h 3312"/>
              <a:gd name="T18" fmla="*/ 919 w 3321"/>
              <a:gd name="T19" fmla="*/ 559 h 3312"/>
              <a:gd name="T20" fmla="*/ 723 w 3321"/>
              <a:gd name="T21" fmla="*/ 721 h 3312"/>
              <a:gd name="T22" fmla="*/ 561 w 3321"/>
              <a:gd name="T23" fmla="*/ 916 h 3312"/>
              <a:gd name="T24" fmla="*/ 438 w 3321"/>
              <a:gd name="T25" fmla="*/ 1142 h 3312"/>
              <a:gd name="T26" fmla="*/ 359 w 3321"/>
              <a:gd name="T27" fmla="*/ 1390 h 3312"/>
              <a:gd name="T28" fmla="*/ 332 w 3321"/>
              <a:gd name="T29" fmla="*/ 1656 h 3312"/>
              <a:gd name="T30" fmla="*/ 359 w 3321"/>
              <a:gd name="T31" fmla="*/ 1922 h 3312"/>
              <a:gd name="T32" fmla="*/ 438 w 3321"/>
              <a:gd name="T33" fmla="*/ 2170 h 3312"/>
              <a:gd name="T34" fmla="*/ 561 w 3321"/>
              <a:gd name="T35" fmla="*/ 2396 h 3312"/>
              <a:gd name="T36" fmla="*/ 723 w 3321"/>
              <a:gd name="T37" fmla="*/ 2591 h 3312"/>
              <a:gd name="T38" fmla="*/ 919 w 3321"/>
              <a:gd name="T39" fmla="*/ 2753 h 3312"/>
              <a:gd name="T40" fmla="*/ 1145 w 3321"/>
              <a:gd name="T41" fmla="*/ 2875 h 3312"/>
              <a:gd name="T42" fmla="*/ 1394 w 3321"/>
              <a:gd name="T43" fmla="*/ 2954 h 3312"/>
              <a:gd name="T44" fmla="*/ 1661 w 3321"/>
              <a:gd name="T45" fmla="*/ 2981 h 3312"/>
              <a:gd name="T46" fmla="*/ 1927 w 3321"/>
              <a:gd name="T47" fmla="*/ 2954 h 3312"/>
              <a:gd name="T48" fmla="*/ 2176 w 3321"/>
              <a:gd name="T49" fmla="*/ 2875 h 3312"/>
              <a:gd name="T50" fmla="*/ 2402 w 3321"/>
              <a:gd name="T51" fmla="*/ 2753 h 3312"/>
              <a:gd name="T52" fmla="*/ 2598 w 3321"/>
              <a:gd name="T53" fmla="*/ 2591 h 3312"/>
              <a:gd name="T54" fmla="*/ 2760 w 3321"/>
              <a:gd name="T55" fmla="*/ 2396 h 3312"/>
              <a:gd name="T56" fmla="*/ 2883 w 3321"/>
              <a:gd name="T57" fmla="*/ 2170 h 3312"/>
              <a:gd name="T58" fmla="*/ 2962 w 3321"/>
              <a:gd name="T59" fmla="*/ 1922 h 3312"/>
              <a:gd name="T60" fmla="*/ 2989 w 3321"/>
              <a:gd name="T61" fmla="*/ 1656 h 3312"/>
              <a:gd name="T62" fmla="*/ 3309 w 3321"/>
              <a:gd name="T63" fmla="*/ 1856 h 3312"/>
              <a:gd name="T64" fmla="*/ 3248 w 3321"/>
              <a:gd name="T65" fmla="*/ 2141 h 3312"/>
              <a:gd name="T66" fmla="*/ 3139 w 3321"/>
              <a:gd name="T67" fmla="*/ 2407 h 3312"/>
              <a:gd name="T68" fmla="*/ 2988 w 3321"/>
              <a:gd name="T69" fmla="*/ 2648 h 3312"/>
              <a:gd name="T70" fmla="*/ 2799 w 3321"/>
              <a:gd name="T71" fmla="*/ 2858 h 3312"/>
              <a:gd name="T72" fmla="*/ 2577 w 3321"/>
              <a:gd name="T73" fmla="*/ 3035 h 3312"/>
              <a:gd name="T74" fmla="*/ 2327 w 3321"/>
              <a:gd name="T75" fmla="*/ 3171 h 3312"/>
              <a:gd name="T76" fmla="*/ 2053 w 3321"/>
              <a:gd name="T77" fmla="*/ 3265 h 3312"/>
              <a:gd name="T78" fmla="*/ 1761 w 3321"/>
              <a:gd name="T79" fmla="*/ 3309 h 3312"/>
              <a:gd name="T80" fmla="*/ 1460 w 3321"/>
              <a:gd name="T81" fmla="*/ 3300 h 3312"/>
              <a:gd name="T82" fmla="*/ 1174 w 3321"/>
              <a:gd name="T83" fmla="*/ 3239 h 3312"/>
              <a:gd name="T84" fmla="*/ 908 w 3321"/>
              <a:gd name="T85" fmla="*/ 3130 h 3312"/>
              <a:gd name="T86" fmla="*/ 666 w 3321"/>
              <a:gd name="T87" fmla="*/ 2980 h 3312"/>
              <a:gd name="T88" fmla="*/ 455 w 3321"/>
              <a:gd name="T89" fmla="*/ 2791 h 3312"/>
              <a:gd name="T90" fmla="*/ 278 w 3321"/>
              <a:gd name="T91" fmla="*/ 2570 h 3312"/>
              <a:gd name="T92" fmla="*/ 141 w 3321"/>
              <a:gd name="T93" fmla="*/ 2320 h 3312"/>
              <a:gd name="T94" fmla="*/ 47 w 3321"/>
              <a:gd name="T95" fmla="*/ 2047 h 3312"/>
              <a:gd name="T96" fmla="*/ 3 w 3321"/>
              <a:gd name="T97" fmla="*/ 1756 h 3312"/>
              <a:gd name="T98" fmla="*/ 12 w 3321"/>
              <a:gd name="T99" fmla="*/ 1456 h 3312"/>
              <a:gd name="T100" fmla="*/ 73 w 3321"/>
              <a:gd name="T101" fmla="*/ 1171 h 3312"/>
              <a:gd name="T102" fmla="*/ 182 w 3321"/>
              <a:gd name="T103" fmla="*/ 905 h 3312"/>
              <a:gd name="T104" fmla="*/ 333 w 3321"/>
              <a:gd name="T105" fmla="*/ 664 h 3312"/>
              <a:gd name="T106" fmla="*/ 522 w 3321"/>
              <a:gd name="T107" fmla="*/ 454 h 3312"/>
              <a:gd name="T108" fmla="*/ 744 w 3321"/>
              <a:gd name="T109" fmla="*/ 277 h 3312"/>
              <a:gd name="T110" fmla="*/ 994 w 3321"/>
              <a:gd name="T111" fmla="*/ 141 h 3312"/>
              <a:gd name="T112" fmla="*/ 1268 w 3321"/>
              <a:gd name="T113" fmla="*/ 47 h 3312"/>
              <a:gd name="T114" fmla="*/ 1560 w 3321"/>
              <a:gd name="T115" fmla="*/ 3 h 3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21" h="3312">
                <a:moveTo>
                  <a:pt x="2922" y="431"/>
                </a:moveTo>
                <a:lnTo>
                  <a:pt x="3155" y="662"/>
                </a:lnTo>
                <a:lnTo>
                  <a:pt x="1494" y="2318"/>
                </a:lnTo>
                <a:lnTo>
                  <a:pt x="748" y="1574"/>
                </a:lnTo>
                <a:lnTo>
                  <a:pt x="979" y="1341"/>
                </a:lnTo>
                <a:lnTo>
                  <a:pt x="1494" y="1855"/>
                </a:lnTo>
                <a:lnTo>
                  <a:pt x="2922" y="431"/>
                </a:lnTo>
                <a:close/>
                <a:moveTo>
                  <a:pt x="1661" y="0"/>
                </a:moveTo>
                <a:lnTo>
                  <a:pt x="1753" y="3"/>
                </a:lnTo>
                <a:lnTo>
                  <a:pt x="1845" y="11"/>
                </a:lnTo>
                <a:lnTo>
                  <a:pt x="1936" y="25"/>
                </a:lnTo>
                <a:lnTo>
                  <a:pt x="2027" y="42"/>
                </a:lnTo>
                <a:lnTo>
                  <a:pt x="2116" y="63"/>
                </a:lnTo>
                <a:lnTo>
                  <a:pt x="2205" y="88"/>
                </a:lnTo>
                <a:lnTo>
                  <a:pt x="2291" y="115"/>
                </a:lnTo>
                <a:lnTo>
                  <a:pt x="2026" y="380"/>
                </a:lnTo>
                <a:lnTo>
                  <a:pt x="1956" y="363"/>
                </a:lnTo>
                <a:lnTo>
                  <a:pt x="1885" y="349"/>
                </a:lnTo>
                <a:lnTo>
                  <a:pt x="1813" y="339"/>
                </a:lnTo>
                <a:lnTo>
                  <a:pt x="1738" y="333"/>
                </a:lnTo>
                <a:lnTo>
                  <a:pt x="1661" y="331"/>
                </a:lnTo>
                <a:lnTo>
                  <a:pt x="1570" y="334"/>
                </a:lnTo>
                <a:lnTo>
                  <a:pt x="1481" y="344"/>
                </a:lnTo>
                <a:lnTo>
                  <a:pt x="1394" y="358"/>
                </a:lnTo>
                <a:lnTo>
                  <a:pt x="1308" y="379"/>
                </a:lnTo>
                <a:lnTo>
                  <a:pt x="1226" y="405"/>
                </a:lnTo>
                <a:lnTo>
                  <a:pt x="1145" y="437"/>
                </a:lnTo>
                <a:lnTo>
                  <a:pt x="1067" y="472"/>
                </a:lnTo>
                <a:lnTo>
                  <a:pt x="991" y="513"/>
                </a:lnTo>
                <a:lnTo>
                  <a:pt x="919" y="559"/>
                </a:lnTo>
                <a:lnTo>
                  <a:pt x="850" y="608"/>
                </a:lnTo>
                <a:lnTo>
                  <a:pt x="785" y="662"/>
                </a:lnTo>
                <a:lnTo>
                  <a:pt x="723" y="721"/>
                </a:lnTo>
                <a:lnTo>
                  <a:pt x="664" y="783"/>
                </a:lnTo>
                <a:lnTo>
                  <a:pt x="610" y="848"/>
                </a:lnTo>
                <a:lnTo>
                  <a:pt x="561" y="916"/>
                </a:lnTo>
                <a:lnTo>
                  <a:pt x="514" y="989"/>
                </a:lnTo>
                <a:lnTo>
                  <a:pt x="473" y="1064"/>
                </a:lnTo>
                <a:lnTo>
                  <a:pt x="438" y="1142"/>
                </a:lnTo>
                <a:lnTo>
                  <a:pt x="407" y="1222"/>
                </a:lnTo>
                <a:lnTo>
                  <a:pt x="380" y="1305"/>
                </a:lnTo>
                <a:lnTo>
                  <a:pt x="359" y="1390"/>
                </a:lnTo>
                <a:lnTo>
                  <a:pt x="345" y="1477"/>
                </a:lnTo>
                <a:lnTo>
                  <a:pt x="335" y="1566"/>
                </a:lnTo>
                <a:lnTo>
                  <a:pt x="332" y="1656"/>
                </a:lnTo>
                <a:lnTo>
                  <a:pt x="335" y="1746"/>
                </a:lnTo>
                <a:lnTo>
                  <a:pt x="345" y="1835"/>
                </a:lnTo>
                <a:lnTo>
                  <a:pt x="359" y="1922"/>
                </a:lnTo>
                <a:lnTo>
                  <a:pt x="380" y="2007"/>
                </a:lnTo>
                <a:lnTo>
                  <a:pt x="407" y="2090"/>
                </a:lnTo>
                <a:lnTo>
                  <a:pt x="438" y="2170"/>
                </a:lnTo>
                <a:lnTo>
                  <a:pt x="473" y="2248"/>
                </a:lnTo>
                <a:lnTo>
                  <a:pt x="514" y="2323"/>
                </a:lnTo>
                <a:lnTo>
                  <a:pt x="561" y="2396"/>
                </a:lnTo>
                <a:lnTo>
                  <a:pt x="610" y="2464"/>
                </a:lnTo>
                <a:lnTo>
                  <a:pt x="664" y="2529"/>
                </a:lnTo>
                <a:lnTo>
                  <a:pt x="723" y="2591"/>
                </a:lnTo>
                <a:lnTo>
                  <a:pt x="785" y="2650"/>
                </a:lnTo>
                <a:lnTo>
                  <a:pt x="850" y="2704"/>
                </a:lnTo>
                <a:lnTo>
                  <a:pt x="919" y="2753"/>
                </a:lnTo>
                <a:lnTo>
                  <a:pt x="991" y="2799"/>
                </a:lnTo>
                <a:lnTo>
                  <a:pt x="1067" y="2840"/>
                </a:lnTo>
                <a:lnTo>
                  <a:pt x="1145" y="2875"/>
                </a:lnTo>
                <a:lnTo>
                  <a:pt x="1226" y="2907"/>
                </a:lnTo>
                <a:lnTo>
                  <a:pt x="1308" y="2933"/>
                </a:lnTo>
                <a:lnTo>
                  <a:pt x="1394" y="2954"/>
                </a:lnTo>
                <a:lnTo>
                  <a:pt x="1481" y="2968"/>
                </a:lnTo>
                <a:lnTo>
                  <a:pt x="1570" y="2978"/>
                </a:lnTo>
                <a:lnTo>
                  <a:pt x="1661" y="2981"/>
                </a:lnTo>
                <a:lnTo>
                  <a:pt x="1751" y="2978"/>
                </a:lnTo>
                <a:lnTo>
                  <a:pt x="1840" y="2968"/>
                </a:lnTo>
                <a:lnTo>
                  <a:pt x="1927" y="2954"/>
                </a:lnTo>
                <a:lnTo>
                  <a:pt x="2013" y="2933"/>
                </a:lnTo>
                <a:lnTo>
                  <a:pt x="2095" y="2907"/>
                </a:lnTo>
                <a:lnTo>
                  <a:pt x="2176" y="2875"/>
                </a:lnTo>
                <a:lnTo>
                  <a:pt x="2254" y="2840"/>
                </a:lnTo>
                <a:lnTo>
                  <a:pt x="2330" y="2799"/>
                </a:lnTo>
                <a:lnTo>
                  <a:pt x="2402" y="2753"/>
                </a:lnTo>
                <a:lnTo>
                  <a:pt x="2471" y="2704"/>
                </a:lnTo>
                <a:lnTo>
                  <a:pt x="2536" y="2650"/>
                </a:lnTo>
                <a:lnTo>
                  <a:pt x="2598" y="2591"/>
                </a:lnTo>
                <a:lnTo>
                  <a:pt x="2657" y="2529"/>
                </a:lnTo>
                <a:lnTo>
                  <a:pt x="2711" y="2464"/>
                </a:lnTo>
                <a:lnTo>
                  <a:pt x="2760" y="2396"/>
                </a:lnTo>
                <a:lnTo>
                  <a:pt x="2807" y="2323"/>
                </a:lnTo>
                <a:lnTo>
                  <a:pt x="2848" y="2248"/>
                </a:lnTo>
                <a:lnTo>
                  <a:pt x="2883" y="2170"/>
                </a:lnTo>
                <a:lnTo>
                  <a:pt x="2914" y="2090"/>
                </a:lnTo>
                <a:lnTo>
                  <a:pt x="2941" y="2007"/>
                </a:lnTo>
                <a:lnTo>
                  <a:pt x="2962" y="1922"/>
                </a:lnTo>
                <a:lnTo>
                  <a:pt x="2976" y="1835"/>
                </a:lnTo>
                <a:lnTo>
                  <a:pt x="2986" y="1746"/>
                </a:lnTo>
                <a:lnTo>
                  <a:pt x="2989" y="1656"/>
                </a:lnTo>
                <a:lnTo>
                  <a:pt x="3321" y="1656"/>
                </a:lnTo>
                <a:lnTo>
                  <a:pt x="3318" y="1756"/>
                </a:lnTo>
                <a:lnTo>
                  <a:pt x="3309" y="1856"/>
                </a:lnTo>
                <a:lnTo>
                  <a:pt x="3294" y="1952"/>
                </a:lnTo>
                <a:lnTo>
                  <a:pt x="3274" y="2047"/>
                </a:lnTo>
                <a:lnTo>
                  <a:pt x="3248" y="2141"/>
                </a:lnTo>
                <a:lnTo>
                  <a:pt x="3216" y="2232"/>
                </a:lnTo>
                <a:lnTo>
                  <a:pt x="3180" y="2320"/>
                </a:lnTo>
                <a:lnTo>
                  <a:pt x="3139" y="2407"/>
                </a:lnTo>
                <a:lnTo>
                  <a:pt x="3094" y="2490"/>
                </a:lnTo>
                <a:lnTo>
                  <a:pt x="3043" y="2570"/>
                </a:lnTo>
                <a:lnTo>
                  <a:pt x="2988" y="2648"/>
                </a:lnTo>
                <a:lnTo>
                  <a:pt x="2930" y="2721"/>
                </a:lnTo>
                <a:lnTo>
                  <a:pt x="2866" y="2791"/>
                </a:lnTo>
                <a:lnTo>
                  <a:pt x="2799" y="2858"/>
                </a:lnTo>
                <a:lnTo>
                  <a:pt x="2728" y="2922"/>
                </a:lnTo>
                <a:lnTo>
                  <a:pt x="2655" y="2980"/>
                </a:lnTo>
                <a:lnTo>
                  <a:pt x="2577" y="3035"/>
                </a:lnTo>
                <a:lnTo>
                  <a:pt x="2497" y="3085"/>
                </a:lnTo>
                <a:lnTo>
                  <a:pt x="2413" y="3130"/>
                </a:lnTo>
                <a:lnTo>
                  <a:pt x="2327" y="3171"/>
                </a:lnTo>
                <a:lnTo>
                  <a:pt x="2238" y="3208"/>
                </a:lnTo>
                <a:lnTo>
                  <a:pt x="2147" y="3239"/>
                </a:lnTo>
                <a:lnTo>
                  <a:pt x="2053" y="3265"/>
                </a:lnTo>
                <a:lnTo>
                  <a:pt x="1957" y="3285"/>
                </a:lnTo>
                <a:lnTo>
                  <a:pt x="1861" y="3300"/>
                </a:lnTo>
                <a:lnTo>
                  <a:pt x="1761" y="3309"/>
                </a:lnTo>
                <a:lnTo>
                  <a:pt x="1661" y="3312"/>
                </a:lnTo>
                <a:lnTo>
                  <a:pt x="1560" y="3309"/>
                </a:lnTo>
                <a:lnTo>
                  <a:pt x="1460" y="3300"/>
                </a:lnTo>
                <a:lnTo>
                  <a:pt x="1364" y="3285"/>
                </a:lnTo>
                <a:lnTo>
                  <a:pt x="1268" y="3265"/>
                </a:lnTo>
                <a:lnTo>
                  <a:pt x="1174" y="3239"/>
                </a:lnTo>
                <a:lnTo>
                  <a:pt x="1083" y="3208"/>
                </a:lnTo>
                <a:lnTo>
                  <a:pt x="994" y="3171"/>
                </a:lnTo>
                <a:lnTo>
                  <a:pt x="908" y="3130"/>
                </a:lnTo>
                <a:lnTo>
                  <a:pt x="824" y="3085"/>
                </a:lnTo>
                <a:lnTo>
                  <a:pt x="744" y="3035"/>
                </a:lnTo>
                <a:lnTo>
                  <a:pt x="666" y="2980"/>
                </a:lnTo>
                <a:lnTo>
                  <a:pt x="593" y="2922"/>
                </a:lnTo>
                <a:lnTo>
                  <a:pt x="522" y="2858"/>
                </a:lnTo>
                <a:lnTo>
                  <a:pt x="455" y="2791"/>
                </a:lnTo>
                <a:lnTo>
                  <a:pt x="391" y="2721"/>
                </a:lnTo>
                <a:lnTo>
                  <a:pt x="333" y="2648"/>
                </a:lnTo>
                <a:lnTo>
                  <a:pt x="278" y="2570"/>
                </a:lnTo>
                <a:lnTo>
                  <a:pt x="227" y="2490"/>
                </a:lnTo>
                <a:lnTo>
                  <a:pt x="182" y="2407"/>
                </a:lnTo>
                <a:lnTo>
                  <a:pt x="141" y="2320"/>
                </a:lnTo>
                <a:lnTo>
                  <a:pt x="105" y="2232"/>
                </a:lnTo>
                <a:lnTo>
                  <a:pt x="73" y="2141"/>
                </a:lnTo>
                <a:lnTo>
                  <a:pt x="47" y="2047"/>
                </a:lnTo>
                <a:lnTo>
                  <a:pt x="27" y="1952"/>
                </a:lnTo>
                <a:lnTo>
                  <a:pt x="12" y="1856"/>
                </a:lnTo>
                <a:lnTo>
                  <a:pt x="3" y="1756"/>
                </a:lnTo>
                <a:lnTo>
                  <a:pt x="0" y="1656"/>
                </a:lnTo>
                <a:lnTo>
                  <a:pt x="3" y="1556"/>
                </a:lnTo>
                <a:lnTo>
                  <a:pt x="12" y="1456"/>
                </a:lnTo>
                <a:lnTo>
                  <a:pt x="27" y="1360"/>
                </a:lnTo>
                <a:lnTo>
                  <a:pt x="47" y="1265"/>
                </a:lnTo>
                <a:lnTo>
                  <a:pt x="73" y="1171"/>
                </a:lnTo>
                <a:lnTo>
                  <a:pt x="105" y="1080"/>
                </a:lnTo>
                <a:lnTo>
                  <a:pt x="141" y="992"/>
                </a:lnTo>
                <a:lnTo>
                  <a:pt x="182" y="905"/>
                </a:lnTo>
                <a:lnTo>
                  <a:pt x="227" y="822"/>
                </a:lnTo>
                <a:lnTo>
                  <a:pt x="278" y="742"/>
                </a:lnTo>
                <a:lnTo>
                  <a:pt x="333" y="664"/>
                </a:lnTo>
                <a:lnTo>
                  <a:pt x="391" y="591"/>
                </a:lnTo>
                <a:lnTo>
                  <a:pt x="455" y="521"/>
                </a:lnTo>
                <a:lnTo>
                  <a:pt x="522" y="454"/>
                </a:lnTo>
                <a:lnTo>
                  <a:pt x="593" y="390"/>
                </a:lnTo>
                <a:lnTo>
                  <a:pt x="666" y="332"/>
                </a:lnTo>
                <a:lnTo>
                  <a:pt x="744" y="277"/>
                </a:lnTo>
                <a:lnTo>
                  <a:pt x="824" y="227"/>
                </a:lnTo>
                <a:lnTo>
                  <a:pt x="908" y="182"/>
                </a:lnTo>
                <a:lnTo>
                  <a:pt x="994" y="141"/>
                </a:lnTo>
                <a:lnTo>
                  <a:pt x="1083" y="104"/>
                </a:lnTo>
                <a:lnTo>
                  <a:pt x="1174" y="73"/>
                </a:lnTo>
                <a:lnTo>
                  <a:pt x="1268" y="47"/>
                </a:lnTo>
                <a:lnTo>
                  <a:pt x="1364" y="27"/>
                </a:lnTo>
                <a:lnTo>
                  <a:pt x="1460" y="12"/>
                </a:lnTo>
                <a:lnTo>
                  <a:pt x="1560" y="3"/>
                </a:lnTo>
                <a:lnTo>
                  <a:pt x="1661" y="0"/>
                </a:lnTo>
                <a:close/>
              </a:path>
            </a:pathLst>
          </a:custGeom>
          <a:solidFill>
            <a:srgbClr val="93C9E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468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C9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DA899EA-5290-4466-9CDB-D71C1B2EDCFA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endParaRPr lang="ko-KR" altLang="en-US" sz="7200" kern="0" dirty="0">
              <a:solidFill>
                <a:prstClr val="white"/>
              </a:solidFill>
            </a:endParaRPr>
          </a:p>
        </p:txBody>
      </p:sp>
      <p:sp>
        <p:nvSpPr>
          <p:cNvPr id="7" name="모서리가 둥근 직사각형 5">
            <a:extLst>
              <a:ext uri="{FF2B5EF4-FFF2-40B4-BE49-F238E27FC236}">
                <a16:creationId xmlns:a16="http://schemas.microsoft.com/office/drawing/2014/main" id="{978B0B98-AD96-4F4D-A1D3-E344E7E3ADFB}"/>
              </a:ext>
            </a:extLst>
          </p:cNvPr>
          <p:cNvSpPr/>
          <p:nvPr/>
        </p:nvSpPr>
        <p:spPr>
          <a:xfrm>
            <a:off x="222422" y="225404"/>
            <a:ext cx="11747157" cy="635392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dist="127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3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부록</a:t>
            </a:r>
            <a:r>
              <a:rPr lang="en-US" altLang="ko-KR" sz="2000" b="1" i="1" kern="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endParaRPr lang="en-US" altLang="ko-KR" sz="2000" b="1" i="1" kern="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81" y="1083726"/>
            <a:ext cx="8617528" cy="5495604"/>
          </a:xfrm>
          <a:prstGeom prst="rect">
            <a:avLst/>
          </a:prstGeom>
        </p:spPr>
      </p:pic>
      <p:cxnSp>
        <p:nvCxnSpPr>
          <p:cNvPr id="5" name="직선 연결선 4"/>
          <p:cNvCxnSpPr/>
          <p:nvPr/>
        </p:nvCxnSpPr>
        <p:spPr>
          <a:xfrm>
            <a:off x="9392034" y="1278086"/>
            <a:ext cx="0" cy="2124000"/>
          </a:xfrm>
          <a:prstGeom prst="line">
            <a:avLst/>
          </a:prstGeom>
          <a:ln>
            <a:solidFill>
              <a:srgbClr val="C9C4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392034" y="1278086"/>
            <a:ext cx="174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〮</a:t>
            </a:r>
            <a:r>
              <a:rPr lang="ko-KR" altLang="en-US" dirty="0" err="1" smtClean="0"/>
              <a:t>코드설명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2914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C9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DA899EA-5290-4466-9CDB-D71C1B2EDCFA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endParaRPr lang="ko-KR" altLang="en-US" sz="7200" kern="0" dirty="0">
              <a:solidFill>
                <a:prstClr val="white"/>
              </a:solidFill>
            </a:endParaRPr>
          </a:p>
        </p:txBody>
      </p:sp>
      <p:sp>
        <p:nvSpPr>
          <p:cNvPr id="7" name="모서리가 둥근 직사각형 5">
            <a:extLst>
              <a:ext uri="{FF2B5EF4-FFF2-40B4-BE49-F238E27FC236}">
                <a16:creationId xmlns:a16="http://schemas.microsoft.com/office/drawing/2014/main" id="{978B0B98-AD96-4F4D-A1D3-E344E7E3ADFB}"/>
              </a:ext>
            </a:extLst>
          </p:cNvPr>
          <p:cNvSpPr/>
          <p:nvPr/>
        </p:nvSpPr>
        <p:spPr>
          <a:xfrm>
            <a:off x="222422" y="225404"/>
            <a:ext cx="11747157" cy="635392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dist="127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3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부록</a:t>
            </a:r>
            <a:r>
              <a:rPr lang="en-US" altLang="ko-KR" sz="2000" b="1" i="1" kern="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endParaRPr lang="en-US" altLang="ko-KR" sz="2000" b="1" i="1" kern="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65" y="1440994"/>
            <a:ext cx="8776738" cy="4657965"/>
          </a:xfrm>
          <a:prstGeom prst="rect">
            <a:avLst/>
          </a:prstGeom>
        </p:spPr>
      </p:pic>
      <p:cxnSp>
        <p:nvCxnSpPr>
          <p:cNvPr id="5" name="직선 연결선 4"/>
          <p:cNvCxnSpPr/>
          <p:nvPr/>
        </p:nvCxnSpPr>
        <p:spPr>
          <a:xfrm>
            <a:off x="9392034" y="1278086"/>
            <a:ext cx="0" cy="2124000"/>
          </a:xfrm>
          <a:prstGeom prst="line">
            <a:avLst/>
          </a:prstGeom>
          <a:ln>
            <a:solidFill>
              <a:srgbClr val="C9C4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392034" y="1278086"/>
            <a:ext cx="174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〮</a:t>
            </a:r>
            <a:r>
              <a:rPr lang="ko-KR" altLang="en-US" dirty="0" err="1" smtClean="0"/>
              <a:t>코드설명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961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C9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DA899EA-5290-4466-9CDB-D71C1B2EDCFA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endParaRPr lang="ko-KR" altLang="en-US" sz="7200" kern="0" dirty="0">
              <a:solidFill>
                <a:prstClr val="white"/>
              </a:solidFill>
            </a:endParaRPr>
          </a:p>
        </p:txBody>
      </p:sp>
      <p:sp>
        <p:nvSpPr>
          <p:cNvPr id="7" name="모서리가 둥근 직사각형 5">
            <a:extLst>
              <a:ext uri="{FF2B5EF4-FFF2-40B4-BE49-F238E27FC236}">
                <a16:creationId xmlns:a16="http://schemas.microsoft.com/office/drawing/2014/main" id="{978B0B98-AD96-4F4D-A1D3-E344E7E3ADFB}"/>
              </a:ext>
            </a:extLst>
          </p:cNvPr>
          <p:cNvSpPr/>
          <p:nvPr/>
        </p:nvSpPr>
        <p:spPr>
          <a:xfrm>
            <a:off x="222422" y="198771"/>
            <a:ext cx="11747157" cy="635392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dist="127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3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부록</a:t>
            </a:r>
            <a:r>
              <a:rPr lang="en-US" altLang="ko-KR" sz="2000" b="1" i="1" kern="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endParaRPr lang="en-US" altLang="ko-KR" sz="2000" b="1" i="1" kern="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887501" y="850788"/>
            <a:ext cx="4540024" cy="4944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2000" b="1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글로벌기업 상위 </a:t>
            </a:r>
            <a:r>
              <a:rPr lang="en-US" altLang="ko-KR" sz="2000" b="1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7</a:t>
            </a:r>
            <a:r>
              <a:rPr lang="ko-KR" altLang="en-US" sz="2000" b="1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개 시장가치 시각화</a:t>
            </a:r>
            <a:endParaRPr lang="en-US" altLang="ko-KR" sz="2000" b="1" kern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Freeform 6"/>
          <p:cNvSpPr>
            <a:spLocks noEditPoints="1"/>
          </p:cNvSpPr>
          <p:nvPr/>
        </p:nvSpPr>
        <p:spPr bwMode="auto">
          <a:xfrm>
            <a:off x="594874" y="991736"/>
            <a:ext cx="368075" cy="367078"/>
          </a:xfrm>
          <a:custGeom>
            <a:avLst/>
            <a:gdLst>
              <a:gd name="T0" fmla="*/ 1494 w 3321"/>
              <a:gd name="T1" fmla="*/ 2318 h 3312"/>
              <a:gd name="T2" fmla="*/ 1494 w 3321"/>
              <a:gd name="T3" fmla="*/ 1855 h 3312"/>
              <a:gd name="T4" fmla="*/ 1753 w 3321"/>
              <a:gd name="T5" fmla="*/ 3 h 3312"/>
              <a:gd name="T6" fmla="*/ 2027 w 3321"/>
              <a:gd name="T7" fmla="*/ 42 h 3312"/>
              <a:gd name="T8" fmla="*/ 2291 w 3321"/>
              <a:gd name="T9" fmla="*/ 115 h 3312"/>
              <a:gd name="T10" fmla="*/ 1885 w 3321"/>
              <a:gd name="T11" fmla="*/ 349 h 3312"/>
              <a:gd name="T12" fmla="*/ 1661 w 3321"/>
              <a:gd name="T13" fmla="*/ 331 h 3312"/>
              <a:gd name="T14" fmla="*/ 1394 w 3321"/>
              <a:gd name="T15" fmla="*/ 358 h 3312"/>
              <a:gd name="T16" fmla="*/ 1145 w 3321"/>
              <a:gd name="T17" fmla="*/ 437 h 3312"/>
              <a:gd name="T18" fmla="*/ 919 w 3321"/>
              <a:gd name="T19" fmla="*/ 559 h 3312"/>
              <a:gd name="T20" fmla="*/ 723 w 3321"/>
              <a:gd name="T21" fmla="*/ 721 h 3312"/>
              <a:gd name="T22" fmla="*/ 561 w 3321"/>
              <a:gd name="T23" fmla="*/ 916 h 3312"/>
              <a:gd name="T24" fmla="*/ 438 w 3321"/>
              <a:gd name="T25" fmla="*/ 1142 h 3312"/>
              <a:gd name="T26" fmla="*/ 359 w 3321"/>
              <a:gd name="T27" fmla="*/ 1390 h 3312"/>
              <a:gd name="T28" fmla="*/ 332 w 3321"/>
              <a:gd name="T29" fmla="*/ 1656 h 3312"/>
              <a:gd name="T30" fmla="*/ 359 w 3321"/>
              <a:gd name="T31" fmla="*/ 1922 h 3312"/>
              <a:gd name="T32" fmla="*/ 438 w 3321"/>
              <a:gd name="T33" fmla="*/ 2170 h 3312"/>
              <a:gd name="T34" fmla="*/ 561 w 3321"/>
              <a:gd name="T35" fmla="*/ 2396 h 3312"/>
              <a:gd name="T36" fmla="*/ 723 w 3321"/>
              <a:gd name="T37" fmla="*/ 2591 h 3312"/>
              <a:gd name="T38" fmla="*/ 919 w 3321"/>
              <a:gd name="T39" fmla="*/ 2753 h 3312"/>
              <a:gd name="T40" fmla="*/ 1145 w 3321"/>
              <a:gd name="T41" fmla="*/ 2875 h 3312"/>
              <a:gd name="T42" fmla="*/ 1394 w 3321"/>
              <a:gd name="T43" fmla="*/ 2954 h 3312"/>
              <a:gd name="T44" fmla="*/ 1661 w 3321"/>
              <a:gd name="T45" fmla="*/ 2981 h 3312"/>
              <a:gd name="T46" fmla="*/ 1927 w 3321"/>
              <a:gd name="T47" fmla="*/ 2954 h 3312"/>
              <a:gd name="T48" fmla="*/ 2176 w 3321"/>
              <a:gd name="T49" fmla="*/ 2875 h 3312"/>
              <a:gd name="T50" fmla="*/ 2402 w 3321"/>
              <a:gd name="T51" fmla="*/ 2753 h 3312"/>
              <a:gd name="T52" fmla="*/ 2598 w 3321"/>
              <a:gd name="T53" fmla="*/ 2591 h 3312"/>
              <a:gd name="T54" fmla="*/ 2760 w 3321"/>
              <a:gd name="T55" fmla="*/ 2396 h 3312"/>
              <a:gd name="T56" fmla="*/ 2883 w 3321"/>
              <a:gd name="T57" fmla="*/ 2170 h 3312"/>
              <a:gd name="T58" fmla="*/ 2962 w 3321"/>
              <a:gd name="T59" fmla="*/ 1922 h 3312"/>
              <a:gd name="T60" fmla="*/ 2989 w 3321"/>
              <a:gd name="T61" fmla="*/ 1656 h 3312"/>
              <a:gd name="T62" fmla="*/ 3309 w 3321"/>
              <a:gd name="T63" fmla="*/ 1856 h 3312"/>
              <a:gd name="T64" fmla="*/ 3248 w 3321"/>
              <a:gd name="T65" fmla="*/ 2141 h 3312"/>
              <a:gd name="T66" fmla="*/ 3139 w 3321"/>
              <a:gd name="T67" fmla="*/ 2407 h 3312"/>
              <a:gd name="T68" fmla="*/ 2988 w 3321"/>
              <a:gd name="T69" fmla="*/ 2648 h 3312"/>
              <a:gd name="T70" fmla="*/ 2799 w 3321"/>
              <a:gd name="T71" fmla="*/ 2858 h 3312"/>
              <a:gd name="T72" fmla="*/ 2577 w 3321"/>
              <a:gd name="T73" fmla="*/ 3035 h 3312"/>
              <a:gd name="T74" fmla="*/ 2327 w 3321"/>
              <a:gd name="T75" fmla="*/ 3171 h 3312"/>
              <a:gd name="T76" fmla="*/ 2053 w 3321"/>
              <a:gd name="T77" fmla="*/ 3265 h 3312"/>
              <a:gd name="T78" fmla="*/ 1761 w 3321"/>
              <a:gd name="T79" fmla="*/ 3309 h 3312"/>
              <a:gd name="T80" fmla="*/ 1460 w 3321"/>
              <a:gd name="T81" fmla="*/ 3300 h 3312"/>
              <a:gd name="T82" fmla="*/ 1174 w 3321"/>
              <a:gd name="T83" fmla="*/ 3239 h 3312"/>
              <a:gd name="T84" fmla="*/ 908 w 3321"/>
              <a:gd name="T85" fmla="*/ 3130 h 3312"/>
              <a:gd name="T86" fmla="*/ 666 w 3321"/>
              <a:gd name="T87" fmla="*/ 2980 h 3312"/>
              <a:gd name="T88" fmla="*/ 455 w 3321"/>
              <a:gd name="T89" fmla="*/ 2791 h 3312"/>
              <a:gd name="T90" fmla="*/ 278 w 3321"/>
              <a:gd name="T91" fmla="*/ 2570 h 3312"/>
              <a:gd name="T92" fmla="*/ 141 w 3321"/>
              <a:gd name="T93" fmla="*/ 2320 h 3312"/>
              <a:gd name="T94" fmla="*/ 47 w 3321"/>
              <a:gd name="T95" fmla="*/ 2047 h 3312"/>
              <a:gd name="T96" fmla="*/ 3 w 3321"/>
              <a:gd name="T97" fmla="*/ 1756 h 3312"/>
              <a:gd name="T98" fmla="*/ 12 w 3321"/>
              <a:gd name="T99" fmla="*/ 1456 h 3312"/>
              <a:gd name="T100" fmla="*/ 73 w 3321"/>
              <a:gd name="T101" fmla="*/ 1171 h 3312"/>
              <a:gd name="T102" fmla="*/ 182 w 3321"/>
              <a:gd name="T103" fmla="*/ 905 h 3312"/>
              <a:gd name="T104" fmla="*/ 333 w 3321"/>
              <a:gd name="T105" fmla="*/ 664 h 3312"/>
              <a:gd name="T106" fmla="*/ 522 w 3321"/>
              <a:gd name="T107" fmla="*/ 454 h 3312"/>
              <a:gd name="T108" fmla="*/ 744 w 3321"/>
              <a:gd name="T109" fmla="*/ 277 h 3312"/>
              <a:gd name="T110" fmla="*/ 994 w 3321"/>
              <a:gd name="T111" fmla="*/ 141 h 3312"/>
              <a:gd name="T112" fmla="*/ 1268 w 3321"/>
              <a:gd name="T113" fmla="*/ 47 h 3312"/>
              <a:gd name="T114" fmla="*/ 1560 w 3321"/>
              <a:gd name="T115" fmla="*/ 3 h 3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21" h="3312">
                <a:moveTo>
                  <a:pt x="2922" y="431"/>
                </a:moveTo>
                <a:lnTo>
                  <a:pt x="3155" y="662"/>
                </a:lnTo>
                <a:lnTo>
                  <a:pt x="1494" y="2318"/>
                </a:lnTo>
                <a:lnTo>
                  <a:pt x="748" y="1574"/>
                </a:lnTo>
                <a:lnTo>
                  <a:pt x="979" y="1341"/>
                </a:lnTo>
                <a:lnTo>
                  <a:pt x="1494" y="1855"/>
                </a:lnTo>
                <a:lnTo>
                  <a:pt x="2922" y="431"/>
                </a:lnTo>
                <a:close/>
                <a:moveTo>
                  <a:pt x="1661" y="0"/>
                </a:moveTo>
                <a:lnTo>
                  <a:pt x="1753" y="3"/>
                </a:lnTo>
                <a:lnTo>
                  <a:pt x="1845" y="11"/>
                </a:lnTo>
                <a:lnTo>
                  <a:pt x="1936" y="25"/>
                </a:lnTo>
                <a:lnTo>
                  <a:pt x="2027" y="42"/>
                </a:lnTo>
                <a:lnTo>
                  <a:pt x="2116" y="63"/>
                </a:lnTo>
                <a:lnTo>
                  <a:pt x="2205" y="88"/>
                </a:lnTo>
                <a:lnTo>
                  <a:pt x="2291" y="115"/>
                </a:lnTo>
                <a:lnTo>
                  <a:pt x="2026" y="380"/>
                </a:lnTo>
                <a:lnTo>
                  <a:pt x="1956" y="363"/>
                </a:lnTo>
                <a:lnTo>
                  <a:pt x="1885" y="349"/>
                </a:lnTo>
                <a:lnTo>
                  <a:pt x="1813" y="339"/>
                </a:lnTo>
                <a:lnTo>
                  <a:pt x="1738" y="333"/>
                </a:lnTo>
                <a:lnTo>
                  <a:pt x="1661" y="331"/>
                </a:lnTo>
                <a:lnTo>
                  <a:pt x="1570" y="334"/>
                </a:lnTo>
                <a:lnTo>
                  <a:pt x="1481" y="344"/>
                </a:lnTo>
                <a:lnTo>
                  <a:pt x="1394" y="358"/>
                </a:lnTo>
                <a:lnTo>
                  <a:pt x="1308" y="379"/>
                </a:lnTo>
                <a:lnTo>
                  <a:pt x="1226" y="405"/>
                </a:lnTo>
                <a:lnTo>
                  <a:pt x="1145" y="437"/>
                </a:lnTo>
                <a:lnTo>
                  <a:pt x="1067" y="472"/>
                </a:lnTo>
                <a:lnTo>
                  <a:pt x="991" y="513"/>
                </a:lnTo>
                <a:lnTo>
                  <a:pt x="919" y="559"/>
                </a:lnTo>
                <a:lnTo>
                  <a:pt x="850" y="608"/>
                </a:lnTo>
                <a:lnTo>
                  <a:pt x="785" y="662"/>
                </a:lnTo>
                <a:lnTo>
                  <a:pt x="723" y="721"/>
                </a:lnTo>
                <a:lnTo>
                  <a:pt x="664" y="783"/>
                </a:lnTo>
                <a:lnTo>
                  <a:pt x="610" y="848"/>
                </a:lnTo>
                <a:lnTo>
                  <a:pt x="561" y="916"/>
                </a:lnTo>
                <a:lnTo>
                  <a:pt x="514" y="989"/>
                </a:lnTo>
                <a:lnTo>
                  <a:pt x="473" y="1064"/>
                </a:lnTo>
                <a:lnTo>
                  <a:pt x="438" y="1142"/>
                </a:lnTo>
                <a:lnTo>
                  <a:pt x="407" y="1222"/>
                </a:lnTo>
                <a:lnTo>
                  <a:pt x="380" y="1305"/>
                </a:lnTo>
                <a:lnTo>
                  <a:pt x="359" y="1390"/>
                </a:lnTo>
                <a:lnTo>
                  <a:pt x="345" y="1477"/>
                </a:lnTo>
                <a:lnTo>
                  <a:pt x="335" y="1566"/>
                </a:lnTo>
                <a:lnTo>
                  <a:pt x="332" y="1656"/>
                </a:lnTo>
                <a:lnTo>
                  <a:pt x="335" y="1746"/>
                </a:lnTo>
                <a:lnTo>
                  <a:pt x="345" y="1835"/>
                </a:lnTo>
                <a:lnTo>
                  <a:pt x="359" y="1922"/>
                </a:lnTo>
                <a:lnTo>
                  <a:pt x="380" y="2007"/>
                </a:lnTo>
                <a:lnTo>
                  <a:pt x="407" y="2090"/>
                </a:lnTo>
                <a:lnTo>
                  <a:pt x="438" y="2170"/>
                </a:lnTo>
                <a:lnTo>
                  <a:pt x="473" y="2248"/>
                </a:lnTo>
                <a:lnTo>
                  <a:pt x="514" y="2323"/>
                </a:lnTo>
                <a:lnTo>
                  <a:pt x="561" y="2396"/>
                </a:lnTo>
                <a:lnTo>
                  <a:pt x="610" y="2464"/>
                </a:lnTo>
                <a:lnTo>
                  <a:pt x="664" y="2529"/>
                </a:lnTo>
                <a:lnTo>
                  <a:pt x="723" y="2591"/>
                </a:lnTo>
                <a:lnTo>
                  <a:pt x="785" y="2650"/>
                </a:lnTo>
                <a:lnTo>
                  <a:pt x="850" y="2704"/>
                </a:lnTo>
                <a:lnTo>
                  <a:pt x="919" y="2753"/>
                </a:lnTo>
                <a:lnTo>
                  <a:pt x="991" y="2799"/>
                </a:lnTo>
                <a:lnTo>
                  <a:pt x="1067" y="2840"/>
                </a:lnTo>
                <a:lnTo>
                  <a:pt x="1145" y="2875"/>
                </a:lnTo>
                <a:lnTo>
                  <a:pt x="1226" y="2907"/>
                </a:lnTo>
                <a:lnTo>
                  <a:pt x="1308" y="2933"/>
                </a:lnTo>
                <a:lnTo>
                  <a:pt x="1394" y="2954"/>
                </a:lnTo>
                <a:lnTo>
                  <a:pt x="1481" y="2968"/>
                </a:lnTo>
                <a:lnTo>
                  <a:pt x="1570" y="2978"/>
                </a:lnTo>
                <a:lnTo>
                  <a:pt x="1661" y="2981"/>
                </a:lnTo>
                <a:lnTo>
                  <a:pt x="1751" y="2978"/>
                </a:lnTo>
                <a:lnTo>
                  <a:pt x="1840" y="2968"/>
                </a:lnTo>
                <a:lnTo>
                  <a:pt x="1927" y="2954"/>
                </a:lnTo>
                <a:lnTo>
                  <a:pt x="2013" y="2933"/>
                </a:lnTo>
                <a:lnTo>
                  <a:pt x="2095" y="2907"/>
                </a:lnTo>
                <a:lnTo>
                  <a:pt x="2176" y="2875"/>
                </a:lnTo>
                <a:lnTo>
                  <a:pt x="2254" y="2840"/>
                </a:lnTo>
                <a:lnTo>
                  <a:pt x="2330" y="2799"/>
                </a:lnTo>
                <a:lnTo>
                  <a:pt x="2402" y="2753"/>
                </a:lnTo>
                <a:lnTo>
                  <a:pt x="2471" y="2704"/>
                </a:lnTo>
                <a:lnTo>
                  <a:pt x="2536" y="2650"/>
                </a:lnTo>
                <a:lnTo>
                  <a:pt x="2598" y="2591"/>
                </a:lnTo>
                <a:lnTo>
                  <a:pt x="2657" y="2529"/>
                </a:lnTo>
                <a:lnTo>
                  <a:pt x="2711" y="2464"/>
                </a:lnTo>
                <a:lnTo>
                  <a:pt x="2760" y="2396"/>
                </a:lnTo>
                <a:lnTo>
                  <a:pt x="2807" y="2323"/>
                </a:lnTo>
                <a:lnTo>
                  <a:pt x="2848" y="2248"/>
                </a:lnTo>
                <a:lnTo>
                  <a:pt x="2883" y="2170"/>
                </a:lnTo>
                <a:lnTo>
                  <a:pt x="2914" y="2090"/>
                </a:lnTo>
                <a:lnTo>
                  <a:pt x="2941" y="2007"/>
                </a:lnTo>
                <a:lnTo>
                  <a:pt x="2962" y="1922"/>
                </a:lnTo>
                <a:lnTo>
                  <a:pt x="2976" y="1835"/>
                </a:lnTo>
                <a:lnTo>
                  <a:pt x="2986" y="1746"/>
                </a:lnTo>
                <a:lnTo>
                  <a:pt x="2989" y="1656"/>
                </a:lnTo>
                <a:lnTo>
                  <a:pt x="3321" y="1656"/>
                </a:lnTo>
                <a:lnTo>
                  <a:pt x="3318" y="1756"/>
                </a:lnTo>
                <a:lnTo>
                  <a:pt x="3309" y="1856"/>
                </a:lnTo>
                <a:lnTo>
                  <a:pt x="3294" y="1952"/>
                </a:lnTo>
                <a:lnTo>
                  <a:pt x="3274" y="2047"/>
                </a:lnTo>
                <a:lnTo>
                  <a:pt x="3248" y="2141"/>
                </a:lnTo>
                <a:lnTo>
                  <a:pt x="3216" y="2232"/>
                </a:lnTo>
                <a:lnTo>
                  <a:pt x="3180" y="2320"/>
                </a:lnTo>
                <a:lnTo>
                  <a:pt x="3139" y="2407"/>
                </a:lnTo>
                <a:lnTo>
                  <a:pt x="3094" y="2490"/>
                </a:lnTo>
                <a:lnTo>
                  <a:pt x="3043" y="2570"/>
                </a:lnTo>
                <a:lnTo>
                  <a:pt x="2988" y="2648"/>
                </a:lnTo>
                <a:lnTo>
                  <a:pt x="2930" y="2721"/>
                </a:lnTo>
                <a:lnTo>
                  <a:pt x="2866" y="2791"/>
                </a:lnTo>
                <a:lnTo>
                  <a:pt x="2799" y="2858"/>
                </a:lnTo>
                <a:lnTo>
                  <a:pt x="2728" y="2922"/>
                </a:lnTo>
                <a:lnTo>
                  <a:pt x="2655" y="2980"/>
                </a:lnTo>
                <a:lnTo>
                  <a:pt x="2577" y="3035"/>
                </a:lnTo>
                <a:lnTo>
                  <a:pt x="2497" y="3085"/>
                </a:lnTo>
                <a:lnTo>
                  <a:pt x="2413" y="3130"/>
                </a:lnTo>
                <a:lnTo>
                  <a:pt x="2327" y="3171"/>
                </a:lnTo>
                <a:lnTo>
                  <a:pt x="2238" y="3208"/>
                </a:lnTo>
                <a:lnTo>
                  <a:pt x="2147" y="3239"/>
                </a:lnTo>
                <a:lnTo>
                  <a:pt x="2053" y="3265"/>
                </a:lnTo>
                <a:lnTo>
                  <a:pt x="1957" y="3285"/>
                </a:lnTo>
                <a:lnTo>
                  <a:pt x="1861" y="3300"/>
                </a:lnTo>
                <a:lnTo>
                  <a:pt x="1761" y="3309"/>
                </a:lnTo>
                <a:lnTo>
                  <a:pt x="1661" y="3312"/>
                </a:lnTo>
                <a:lnTo>
                  <a:pt x="1560" y="3309"/>
                </a:lnTo>
                <a:lnTo>
                  <a:pt x="1460" y="3300"/>
                </a:lnTo>
                <a:lnTo>
                  <a:pt x="1364" y="3285"/>
                </a:lnTo>
                <a:lnTo>
                  <a:pt x="1268" y="3265"/>
                </a:lnTo>
                <a:lnTo>
                  <a:pt x="1174" y="3239"/>
                </a:lnTo>
                <a:lnTo>
                  <a:pt x="1083" y="3208"/>
                </a:lnTo>
                <a:lnTo>
                  <a:pt x="994" y="3171"/>
                </a:lnTo>
                <a:lnTo>
                  <a:pt x="908" y="3130"/>
                </a:lnTo>
                <a:lnTo>
                  <a:pt x="824" y="3085"/>
                </a:lnTo>
                <a:lnTo>
                  <a:pt x="744" y="3035"/>
                </a:lnTo>
                <a:lnTo>
                  <a:pt x="666" y="2980"/>
                </a:lnTo>
                <a:lnTo>
                  <a:pt x="593" y="2922"/>
                </a:lnTo>
                <a:lnTo>
                  <a:pt x="522" y="2858"/>
                </a:lnTo>
                <a:lnTo>
                  <a:pt x="455" y="2791"/>
                </a:lnTo>
                <a:lnTo>
                  <a:pt x="391" y="2721"/>
                </a:lnTo>
                <a:lnTo>
                  <a:pt x="333" y="2648"/>
                </a:lnTo>
                <a:lnTo>
                  <a:pt x="278" y="2570"/>
                </a:lnTo>
                <a:lnTo>
                  <a:pt x="227" y="2490"/>
                </a:lnTo>
                <a:lnTo>
                  <a:pt x="182" y="2407"/>
                </a:lnTo>
                <a:lnTo>
                  <a:pt x="141" y="2320"/>
                </a:lnTo>
                <a:lnTo>
                  <a:pt x="105" y="2232"/>
                </a:lnTo>
                <a:lnTo>
                  <a:pt x="73" y="2141"/>
                </a:lnTo>
                <a:lnTo>
                  <a:pt x="47" y="2047"/>
                </a:lnTo>
                <a:lnTo>
                  <a:pt x="27" y="1952"/>
                </a:lnTo>
                <a:lnTo>
                  <a:pt x="12" y="1856"/>
                </a:lnTo>
                <a:lnTo>
                  <a:pt x="3" y="1756"/>
                </a:lnTo>
                <a:lnTo>
                  <a:pt x="0" y="1656"/>
                </a:lnTo>
                <a:lnTo>
                  <a:pt x="3" y="1556"/>
                </a:lnTo>
                <a:lnTo>
                  <a:pt x="12" y="1456"/>
                </a:lnTo>
                <a:lnTo>
                  <a:pt x="27" y="1360"/>
                </a:lnTo>
                <a:lnTo>
                  <a:pt x="47" y="1265"/>
                </a:lnTo>
                <a:lnTo>
                  <a:pt x="73" y="1171"/>
                </a:lnTo>
                <a:lnTo>
                  <a:pt x="105" y="1080"/>
                </a:lnTo>
                <a:lnTo>
                  <a:pt x="141" y="992"/>
                </a:lnTo>
                <a:lnTo>
                  <a:pt x="182" y="905"/>
                </a:lnTo>
                <a:lnTo>
                  <a:pt x="227" y="822"/>
                </a:lnTo>
                <a:lnTo>
                  <a:pt x="278" y="742"/>
                </a:lnTo>
                <a:lnTo>
                  <a:pt x="333" y="664"/>
                </a:lnTo>
                <a:lnTo>
                  <a:pt x="391" y="591"/>
                </a:lnTo>
                <a:lnTo>
                  <a:pt x="455" y="521"/>
                </a:lnTo>
                <a:lnTo>
                  <a:pt x="522" y="454"/>
                </a:lnTo>
                <a:lnTo>
                  <a:pt x="593" y="390"/>
                </a:lnTo>
                <a:lnTo>
                  <a:pt x="666" y="332"/>
                </a:lnTo>
                <a:lnTo>
                  <a:pt x="744" y="277"/>
                </a:lnTo>
                <a:lnTo>
                  <a:pt x="824" y="227"/>
                </a:lnTo>
                <a:lnTo>
                  <a:pt x="908" y="182"/>
                </a:lnTo>
                <a:lnTo>
                  <a:pt x="994" y="141"/>
                </a:lnTo>
                <a:lnTo>
                  <a:pt x="1083" y="104"/>
                </a:lnTo>
                <a:lnTo>
                  <a:pt x="1174" y="73"/>
                </a:lnTo>
                <a:lnTo>
                  <a:pt x="1268" y="47"/>
                </a:lnTo>
                <a:lnTo>
                  <a:pt x="1364" y="27"/>
                </a:lnTo>
                <a:lnTo>
                  <a:pt x="1460" y="12"/>
                </a:lnTo>
                <a:lnTo>
                  <a:pt x="1560" y="3"/>
                </a:lnTo>
                <a:lnTo>
                  <a:pt x="1661" y="0"/>
                </a:lnTo>
                <a:close/>
              </a:path>
            </a:pathLst>
          </a:custGeom>
          <a:solidFill>
            <a:srgbClr val="93C9E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>
              <a:solidFill>
                <a:prstClr val="black"/>
              </a:solidFill>
            </a:endParaRPr>
          </a:p>
        </p:txBody>
      </p:sp>
      <p:cxnSp>
        <p:nvCxnSpPr>
          <p:cNvPr id="55" name="직선 연결선 54"/>
          <p:cNvCxnSpPr/>
          <p:nvPr/>
        </p:nvCxnSpPr>
        <p:spPr>
          <a:xfrm>
            <a:off x="7332949" y="1446489"/>
            <a:ext cx="0" cy="2124000"/>
          </a:xfrm>
          <a:prstGeom prst="line">
            <a:avLst/>
          </a:prstGeom>
          <a:ln>
            <a:solidFill>
              <a:srgbClr val="C9C4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32949" y="1446489"/>
            <a:ext cx="174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〮</a:t>
            </a:r>
            <a:r>
              <a:rPr lang="ko-KR" altLang="en-US" dirty="0" err="1" smtClean="0"/>
              <a:t>코드설명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65" y="4391200"/>
            <a:ext cx="6451839" cy="2077981"/>
          </a:xfrm>
          <a:prstGeom prst="rect">
            <a:avLst/>
          </a:prstGeom>
        </p:spPr>
      </p:pic>
      <p:sp>
        <p:nvSpPr>
          <p:cNvPr id="10" name="Freeform 6"/>
          <p:cNvSpPr>
            <a:spLocks noEditPoints="1"/>
          </p:cNvSpPr>
          <p:nvPr/>
        </p:nvSpPr>
        <p:spPr bwMode="auto">
          <a:xfrm>
            <a:off x="649617" y="3913973"/>
            <a:ext cx="368075" cy="367078"/>
          </a:xfrm>
          <a:custGeom>
            <a:avLst/>
            <a:gdLst>
              <a:gd name="T0" fmla="*/ 1494 w 3321"/>
              <a:gd name="T1" fmla="*/ 2318 h 3312"/>
              <a:gd name="T2" fmla="*/ 1494 w 3321"/>
              <a:gd name="T3" fmla="*/ 1855 h 3312"/>
              <a:gd name="T4" fmla="*/ 1753 w 3321"/>
              <a:gd name="T5" fmla="*/ 3 h 3312"/>
              <a:gd name="T6" fmla="*/ 2027 w 3321"/>
              <a:gd name="T7" fmla="*/ 42 h 3312"/>
              <a:gd name="T8" fmla="*/ 2291 w 3321"/>
              <a:gd name="T9" fmla="*/ 115 h 3312"/>
              <a:gd name="T10" fmla="*/ 1885 w 3321"/>
              <a:gd name="T11" fmla="*/ 349 h 3312"/>
              <a:gd name="T12" fmla="*/ 1661 w 3321"/>
              <a:gd name="T13" fmla="*/ 331 h 3312"/>
              <a:gd name="T14" fmla="*/ 1394 w 3321"/>
              <a:gd name="T15" fmla="*/ 358 h 3312"/>
              <a:gd name="T16" fmla="*/ 1145 w 3321"/>
              <a:gd name="T17" fmla="*/ 437 h 3312"/>
              <a:gd name="T18" fmla="*/ 919 w 3321"/>
              <a:gd name="T19" fmla="*/ 559 h 3312"/>
              <a:gd name="T20" fmla="*/ 723 w 3321"/>
              <a:gd name="T21" fmla="*/ 721 h 3312"/>
              <a:gd name="T22" fmla="*/ 561 w 3321"/>
              <a:gd name="T23" fmla="*/ 916 h 3312"/>
              <a:gd name="T24" fmla="*/ 438 w 3321"/>
              <a:gd name="T25" fmla="*/ 1142 h 3312"/>
              <a:gd name="T26" fmla="*/ 359 w 3321"/>
              <a:gd name="T27" fmla="*/ 1390 h 3312"/>
              <a:gd name="T28" fmla="*/ 332 w 3321"/>
              <a:gd name="T29" fmla="*/ 1656 h 3312"/>
              <a:gd name="T30" fmla="*/ 359 w 3321"/>
              <a:gd name="T31" fmla="*/ 1922 h 3312"/>
              <a:gd name="T32" fmla="*/ 438 w 3321"/>
              <a:gd name="T33" fmla="*/ 2170 h 3312"/>
              <a:gd name="T34" fmla="*/ 561 w 3321"/>
              <a:gd name="T35" fmla="*/ 2396 h 3312"/>
              <a:gd name="T36" fmla="*/ 723 w 3321"/>
              <a:gd name="T37" fmla="*/ 2591 h 3312"/>
              <a:gd name="T38" fmla="*/ 919 w 3321"/>
              <a:gd name="T39" fmla="*/ 2753 h 3312"/>
              <a:gd name="T40" fmla="*/ 1145 w 3321"/>
              <a:gd name="T41" fmla="*/ 2875 h 3312"/>
              <a:gd name="T42" fmla="*/ 1394 w 3321"/>
              <a:gd name="T43" fmla="*/ 2954 h 3312"/>
              <a:gd name="T44" fmla="*/ 1661 w 3321"/>
              <a:gd name="T45" fmla="*/ 2981 h 3312"/>
              <a:gd name="T46" fmla="*/ 1927 w 3321"/>
              <a:gd name="T47" fmla="*/ 2954 h 3312"/>
              <a:gd name="T48" fmla="*/ 2176 w 3321"/>
              <a:gd name="T49" fmla="*/ 2875 h 3312"/>
              <a:gd name="T50" fmla="*/ 2402 w 3321"/>
              <a:gd name="T51" fmla="*/ 2753 h 3312"/>
              <a:gd name="T52" fmla="*/ 2598 w 3321"/>
              <a:gd name="T53" fmla="*/ 2591 h 3312"/>
              <a:gd name="T54" fmla="*/ 2760 w 3321"/>
              <a:gd name="T55" fmla="*/ 2396 h 3312"/>
              <a:gd name="T56" fmla="*/ 2883 w 3321"/>
              <a:gd name="T57" fmla="*/ 2170 h 3312"/>
              <a:gd name="T58" fmla="*/ 2962 w 3321"/>
              <a:gd name="T59" fmla="*/ 1922 h 3312"/>
              <a:gd name="T60" fmla="*/ 2989 w 3321"/>
              <a:gd name="T61" fmla="*/ 1656 h 3312"/>
              <a:gd name="T62" fmla="*/ 3309 w 3321"/>
              <a:gd name="T63" fmla="*/ 1856 h 3312"/>
              <a:gd name="T64" fmla="*/ 3248 w 3321"/>
              <a:gd name="T65" fmla="*/ 2141 h 3312"/>
              <a:gd name="T66" fmla="*/ 3139 w 3321"/>
              <a:gd name="T67" fmla="*/ 2407 h 3312"/>
              <a:gd name="T68" fmla="*/ 2988 w 3321"/>
              <a:gd name="T69" fmla="*/ 2648 h 3312"/>
              <a:gd name="T70" fmla="*/ 2799 w 3321"/>
              <a:gd name="T71" fmla="*/ 2858 h 3312"/>
              <a:gd name="T72" fmla="*/ 2577 w 3321"/>
              <a:gd name="T73" fmla="*/ 3035 h 3312"/>
              <a:gd name="T74" fmla="*/ 2327 w 3321"/>
              <a:gd name="T75" fmla="*/ 3171 h 3312"/>
              <a:gd name="T76" fmla="*/ 2053 w 3321"/>
              <a:gd name="T77" fmla="*/ 3265 h 3312"/>
              <a:gd name="T78" fmla="*/ 1761 w 3321"/>
              <a:gd name="T79" fmla="*/ 3309 h 3312"/>
              <a:gd name="T80" fmla="*/ 1460 w 3321"/>
              <a:gd name="T81" fmla="*/ 3300 h 3312"/>
              <a:gd name="T82" fmla="*/ 1174 w 3321"/>
              <a:gd name="T83" fmla="*/ 3239 h 3312"/>
              <a:gd name="T84" fmla="*/ 908 w 3321"/>
              <a:gd name="T85" fmla="*/ 3130 h 3312"/>
              <a:gd name="T86" fmla="*/ 666 w 3321"/>
              <a:gd name="T87" fmla="*/ 2980 h 3312"/>
              <a:gd name="T88" fmla="*/ 455 w 3321"/>
              <a:gd name="T89" fmla="*/ 2791 h 3312"/>
              <a:gd name="T90" fmla="*/ 278 w 3321"/>
              <a:gd name="T91" fmla="*/ 2570 h 3312"/>
              <a:gd name="T92" fmla="*/ 141 w 3321"/>
              <a:gd name="T93" fmla="*/ 2320 h 3312"/>
              <a:gd name="T94" fmla="*/ 47 w 3321"/>
              <a:gd name="T95" fmla="*/ 2047 h 3312"/>
              <a:gd name="T96" fmla="*/ 3 w 3321"/>
              <a:gd name="T97" fmla="*/ 1756 h 3312"/>
              <a:gd name="T98" fmla="*/ 12 w 3321"/>
              <a:gd name="T99" fmla="*/ 1456 h 3312"/>
              <a:gd name="T100" fmla="*/ 73 w 3321"/>
              <a:gd name="T101" fmla="*/ 1171 h 3312"/>
              <a:gd name="T102" fmla="*/ 182 w 3321"/>
              <a:gd name="T103" fmla="*/ 905 h 3312"/>
              <a:gd name="T104" fmla="*/ 333 w 3321"/>
              <a:gd name="T105" fmla="*/ 664 h 3312"/>
              <a:gd name="T106" fmla="*/ 522 w 3321"/>
              <a:gd name="T107" fmla="*/ 454 h 3312"/>
              <a:gd name="T108" fmla="*/ 744 w 3321"/>
              <a:gd name="T109" fmla="*/ 277 h 3312"/>
              <a:gd name="T110" fmla="*/ 994 w 3321"/>
              <a:gd name="T111" fmla="*/ 141 h 3312"/>
              <a:gd name="T112" fmla="*/ 1268 w 3321"/>
              <a:gd name="T113" fmla="*/ 47 h 3312"/>
              <a:gd name="T114" fmla="*/ 1560 w 3321"/>
              <a:gd name="T115" fmla="*/ 3 h 3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21" h="3312">
                <a:moveTo>
                  <a:pt x="2922" y="431"/>
                </a:moveTo>
                <a:lnTo>
                  <a:pt x="3155" y="662"/>
                </a:lnTo>
                <a:lnTo>
                  <a:pt x="1494" y="2318"/>
                </a:lnTo>
                <a:lnTo>
                  <a:pt x="748" y="1574"/>
                </a:lnTo>
                <a:lnTo>
                  <a:pt x="979" y="1341"/>
                </a:lnTo>
                <a:lnTo>
                  <a:pt x="1494" y="1855"/>
                </a:lnTo>
                <a:lnTo>
                  <a:pt x="2922" y="431"/>
                </a:lnTo>
                <a:close/>
                <a:moveTo>
                  <a:pt x="1661" y="0"/>
                </a:moveTo>
                <a:lnTo>
                  <a:pt x="1753" y="3"/>
                </a:lnTo>
                <a:lnTo>
                  <a:pt x="1845" y="11"/>
                </a:lnTo>
                <a:lnTo>
                  <a:pt x="1936" y="25"/>
                </a:lnTo>
                <a:lnTo>
                  <a:pt x="2027" y="42"/>
                </a:lnTo>
                <a:lnTo>
                  <a:pt x="2116" y="63"/>
                </a:lnTo>
                <a:lnTo>
                  <a:pt x="2205" y="88"/>
                </a:lnTo>
                <a:lnTo>
                  <a:pt x="2291" y="115"/>
                </a:lnTo>
                <a:lnTo>
                  <a:pt x="2026" y="380"/>
                </a:lnTo>
                <a:lnTo>
                  <a:pt x="1956" y="363"/>
                </a:lnTo>
                <a:lnTo>
                  <a:pt x="1885" y="349"/>
                </a:lnTo>
                <a:lnTo>
                  <a:pt x="1813" y="339"/>
                </a:lnTo>
                <a:lnTo>
                  <a:pt x="1738" y="333"/>
                </a:lnTo>
                <a:lnTo>
                  <a:pt x="1661" y="331"/>
                </a:lnTo>
                <a:lnTo>
                  <a:pt x="1570" y="334"/>
                </a:lnTo>
                <a:lnTo>
                  <a:pt x="1481" y="344"/>
                </a:lnTo>
                <a:lnTo>
                  <a:pt x="1394" y="358"/>
                </a:lnTo>
                <a:lnTo>
                  <a:pt x="1308" y="379"/>
                </a:lnTo>
                <a:lnTo>
                  <a:pt x="1226" y="405"/>
                </a:lnTo>
                <a:lnTo>
                  <a:pt x="1145" y="437"/>
                </a:lnTo>
                <a:lnTo>
                  <a:pt x="1067" y="472"/>
                </a:lnTo>
                <a:lnTo>
                  <a:pt x="991" y="513"/>
                </a:lnTo>
                <a:lnTo>
                  <a:pt x="919" y="559"/>
                </a:lnTo>
                <a:lnTo>
                  <a:pt x="850" y="608"/>
                </a:lnTo>
                <a:lnTo>
                  <a:pt x="785" y="662"/>
                </a:lnTo>
                <a:lnTo>
                  <a:pt x="723" y="721"/>
                </a:lnTo>
                <a:lnTo>
                  <a:pt x="664" y="783"/>
                </a:lnTo>
                <a:lnTo>
                  <a:pt x="610" y="848"/>
                </a:lnTo>
                <a:lnTo>
                  <a:pt x="561" y="916"/>
                </a:lnTo>
                <a:lnTo>
                  <a:pt x="514" y="989"/>
                </a:lnTo>
                <a:lnTo>
                  <a:pt x="473" y="1064"/>
                </a:lnTo>
                <a:lnTo>
                  <a:pt x="438" y="1142"/>
                </a:lnTo>
                <a:lnTo>
                  <a:pt x="407" y="1222"/>
                </a:lnTo>
                <a:lnTo>
                  <a:pt x="380" y="1305"/>
                </a:lnTo>
                <a:lnTo>
                  <a:pt x="359" y="1390"/>
                </a:lnTo>
                <a:lnTo>
                  <a:pt x="345" y="1477"/>
                </a:lnTo>
                <a:lnTo>
                  <a:pt x="335" y="1566"/>
                </a:lnTo>
                <a:lnTo>
                  <a:pt x="332" y="1656"/>
                </a:lnTo>
                <a:lnTo>
                  <a:pt x="335" y="1746"/>
                </a:lnTo>
                <a:lnTo>
                  <a:pt x="345" y="1835"/>
                </a:lnTo>
                <a:lnTo>
                  <a:pt x="359" y="1922"/>
                </a:lnTo>
                <a:lnTo>
                  <a:pt x="380" y="2007"/>
                </a:lnTo>
                <a:lnTo>
                  <a:pt x="407" y="2090"/>
                </a:lnTo>
                <a:lnTo>
                  <a:pt x="438" y="2170"/>
                </a:lnTo>
                <a:lnTo>
                  <a:pt x="473" y="2248"/>
                </a:lnTo>
                <a:lnTo>
                  <a:pt x="514" y="2323"/>
                </a:lnTo>
                <a:lnTo>
                  <a:pt x="561" y="2396"/>
                </a:lnTo>
                <a:lnTo>
                  <a:pt x="610" y="2464"/>
                </a:lnTo>
                <a:lnTo>
                  <a:pt x="664" y="2529"/>
                </a:lnTo>
                <a:lnTo>
                  <a:pt x="723" y="2591"/>
                </a:lnTo>
                <a:lnTo>
                  <a:pt x="785" y="2650"/>
                </a:lnTo>
                <a:lnTo>
                  <a:pt x="850" y="2704"/>
                </a:lnTo>
                <a:lnTo>
                  <a:pt x="919" y="2753"/>
                </a:lnTo>
                <a:lnTo>
                  <a:pt x="991" y="2799"/>
                </a:lnTo>
                <a:lnTo>
                  <a:pt x="1067" y="2840"/>
                </a:lnTo>
                <a:lnTo>
                  <a:pt x="1145" y="2875"/>
                </a:lnTo>
                <a:lnTo>
                  <a:pt x="1226" y="2907"/>
                </a:lnTo>
                <a:lnTo>
                  <a:pt x="1308" y="2933"/>
                </a:lnTo>
                <a:lnTo>
                  <a:pt x="1394" y="2954"/>
                </a:lnTo>
                <a:lnTo>
                  <a:pt x="1481" y="2968"/>
                </a:lnTo>
                <a:lnTo>
                  <a:pt x="1570" y="2978"/>
                </a:lnTo>
                <a:lnTo>
                  <a:pt x="1661" y="2981"/>
                </a:lnTo>
                <a:lnTo>
                  <a:pt x="1751" y="2978"/>
                </a:lnTo>
                <a:lnTo>
                  <a:pt x="1840" y="2968"/>
                </a:lnTo>
                <a:lnTo>
                  <a:pt x="1927" y="2954"/>
                </a:lnTo>
                <a:lnTo>
                  <a:pt x="2013" y="2933"/>
                </a:lnTo>
                <a:lnTo>
                  <a:pt x="2095" y="2907"/>
                </a:lnTo>
                <a:lnTo>
                  <a:pt x="2176" y="2875"/>
                </a:lnTo>
                <a:lnTo>
                  <a:pt x="2254" y="2840"/>
                </a:lnTo>
                <a:lnTo>
                  <a:pt x="2330" y="2799"/>
                </a:lnTo>
                <a:lnTo>
                  <a:pt x="2402" y="2753"/>
                </a:lnTo>
                <a:lnTo>
                  <a:pt x="2471" y="2704"/>
                </a:lnTo>
                <a:lnTo>
                  <a:pt x="2536" y="2650"/>
                </a:lnTo>
                <a:lnTo>
                  <a:pt x="2598" y="2591"/>
                </a:lnTo>
                <a:lnTo>
                  <a:pt x="2657" y="2529"/>
                </a:lnTo>
                <a:lnTo>
                  <a:pt x="2711" y="2464"/>
                </a:lnTo>
                <a:lnTo>
                  <a:pt x="2760" y="2396"/>
                </a:lnTo>
                <a:lnTo>
                  <a:pt x="2807" y="2323"/>
                </a:lnTo>
                <a:lnTo>
                  <a:pt x="2848" y="2248"/>
                </a:lnTo>
                <a:lnTo>
                  <a:pt x="2883" y="2170"/>
                </a:lnTo>
                <a:lnTo>
                  <a:pt x="2914" y="2090"/>
                </a:lnTo>
                <a:lnTo>
                  <a:pt x="2941" y="2007"/>
                </a:lnTo>
                <a:lnTo>
                  <a:pt x="2962" y="1922"/>
                </a:lnTo>
                <a:lnTo>
                  <a:pt x="2976" y="1835"/>
                </a:lnTo>
                <a:lnTo>
                  <a:pt x="2986" y="1746"/>
                </a:lnTo>
                <a:lnTo>
                  <a:pt x="2989" y="1656"/>
                </a:lnTo>
                <a:lnTo>
                  <a:pt x="3321" y="1656"/>
                </a:lnTo>
                <a:lnTo>
                  <a:pt x="3318" y="1756"/>
                </a:lnTo>
                <a:lnTo>
                  <a:pt x="3309" y="1856"/>
                </a:lnTo>
                <a:lnTo>
                  <a:pt x="3294" y="1952"/>
                </a:lnTo>
                <a:lnTo>
                  <a:pt x="3274" y="2047"/>
                </a:lnTo>
                <a:lnTo>
                  <a:pt x="3248" y="2141"/>
                </a:lnTo>
                <a:lnTo>
                  <a:pt x="3216" y="2232"/>
                </a:lnTo>
                <a:lnTo>
                  <a:pt x="3180" y="2320"/>
                </a:lnTo>
                <a:lnTo>
                  <a:pt x="3139" y="2407"/>
                </a:lnTo>
                <a:lnTo>
                  <a:pt x="3094" y="2490"/>
                </a:lnTo>
                <a:lnTo>
                  <a:pt x="3043" y="2570"/>
                </a:lnTo>
                <a:lnTo>
                  <a:pt x="2988" y="2648"/>
                </a:lnTo>
                <a:lnTo>
                  <a:pt x="2930" y="2721"/>
                </a:lnTo>
                <a:lnTo>
                  <a:pt x="2866" y="2791"/>
                </a:lnTo>
                <a:lnTo>
                  <a:pt x="2799" y="2858"/>
                </a:lnTo>
                <a:lnTo>
                  <a:pt x="2728" y="2922"/>
                </a:lnTo>
                <a:lnTo>
                  <a:pt x="2655" y="2980"/>
                </a:lnTo>
                <a:lnTo>
                  <a:pt x="2577" y="3035"/>
                </a:lnTo>
                <a:lnTo>
                  <a:pt x="2497" y="3085"/>
                </a:lnTo>
                <a:lnTo>
                  <a:pt x="2413" y="3130"/>
                </a:lnTo>
                <a:lnTo>
                  <a:pt x="2327" y="3171"/>
                </a:lnTo>
                <a:lnTo>
                  <a:pt x="2238" y="3208"/>
                </a:lnTo>
                <a:lnTo>
                  <a:pt x="2147" y="3239"/>
                </a:lnTo>
                <a:lnTo>
                  <a:pt x="2053" y="3265"/>
                </a:lnTo>
                <a:lnTo>
                  <a:pt x="1957" y="3285"/>
                </a:lnTo>
                <a:lnTo>
                  <a:pt x="1861" y="3300"/>
                </a:lnTo>
                <a:lnTo>
                  <a:pt x="1761" y="3309"/>
                </a:lnTo>
                <a:lnTo>
                  <a:pt x="1661" y="3312"/>
                </a:lnTo>
                <a:lnTo>
                  <a:pt x="1560" y="3309"/>
                </a:lnTo>
                <a:lnTo>
                  <a:pt x="1460" y="3300"/>
                </a:lnTo>
                <a:lnTo>
                  <a:pt x="1364" y="3285"/>
                </a:lnTo>
                <a:lnTo>
                  <a:pt x="1268" y="3265"/>
                </a:lnTo>
                <a:lnTo>
                  <a:pt x="1174" y="3239"/>
                </a:lnTo>
                <a:lnTo>
                  <a:pt x="1083" y="3208"/>
                </a:lnTo>
                <a:lnTo>
                  <a:pt x="994" y="3171"/>
                </a:lnTo>
                <a:lnTo>
                  <a:pt x="908" y="3130"/>
                </a:lnTo>
                <a:lnTo>
                  <a:pt x="824" y="3085"/>
                </a:lnTo>
                <a:lnTo>
                  <a:pt x="744" y="3035"/>
                </a:lnTo>
                <a:lnTo>
                  <a:pt x="666" y="2980"/>
                </a:lnTo>
                <a:lnTo>
                  <a:pt x="593" y="2922"/>
                </a:lnTo>
                <a:lnTo>
                  <a:pt x="522" y="2858"/>
                </a:lnTo>
                <a:lnTo>
                  <a:pt x="455" y="2791"/>
                </a:lnTo>
                <a:lnTo>
                  <a:pt x="391" y="2721"/>
                </a:lnTo>
                <a:lnTo>
                  <a:pt x="333" y="2648"/>
                </a:lnTo>
                <a:lnTo>
                  <a:pt x="278" y="2570"/>
                </a:lnTo>
                <a:lnTo>
                  <a:pt x="227" y="2490"/>
                </a:lnTo>
                <a:lnTo>
                  <a:pt x="182" y="2407"/>
                </a:lnTo>
                <a:lnTo>
                  <a:pt x="141" y="2320"/>
                </a:lnTo>
                <a:lnTo>
                  <a:pt x="105" y="2232"/>
                </a:lnTo>
                <a:lnTo>
                  <a:pt x="73" y="2141"/>
                </a:lnTo>
                <a:lnTo>
                  <a:pt x="47" y="2047"/>
                </a:lnTo>
                <a:lnTo>
                  <a:pt x="27" y="1952"/>
                </a:lnTo>
                <a:lnTo>
                  <a:pt x="12" y="1856"/>
                </a:lnTo>
                <a:lnTo>
                  <a:pt x="3" y="1756"/>
                </a:lnTo>
                <a:lnTo>
                  <a:pt x="0" y="1656"/>
                </a:lnTo>
                <a:lnTo>
                  <a:pt x="3" y="1556"/>
                </a:lnTo>
                <a:lnTo>
                  <a:pt x="12" y="1456"/>
                </a:lnTo>
                <a:lnTo>
                  <a:pt x="27" y="1360"/>
                </a:lnTo>
                <a:lnTo>
                  <a:pt x="47" y="1265"/>
                </a:lnTo>
                <a:lnTo>
                  <a:pt x="73" y="1171"/>
                </a:lnTo>
                <a:lnTo>
                  <a:pt x="105" y="1080"/>
                </a:lnTo>
                <a:lnTo>
                  <a:pt x="141" y="992"/>
                </a:lnTo>
                <a:lnTo>
                  <a:pt x="182" y="905"/>
                </a:lnTo>
                <a:lnTo>
                  <a:pt x="227" y="822"/>
                </a:lnTo>
                <a:lnTo>
                  <a:pt x="278" y="742"/>
                </a:lnTo>
                <a:lnTo>
                  <a:pt x="333" y="664"/>
                </a:lnTo>
                <a:lnTo>
                  <a:pt x="391" y="591"/>
                </a:lnTo>
                <a:lnTo>
                  <a:pt x="455" y="521"/>
                </a:lnTo>
                <a:lnTo>
                  <a:pt x="522" y="454"/>
                </a:lnTo>
                <a:lnTo>
                  <a:pt x="593" y="390"/>
                </a:lnTo>
                <a:lnTo>
                  <a:pt x="666" y="332"/>
                </a:lnTo>
                <a:lnTo>
                  <a:pt x="744" y="277"/>
                </a:lnTo>
                <a:lnTo>
                  <a:pt x="824" y="227"/>
                </a:lnTo>
                <a:lnTo>
                  <a:pt x="908" y="182"/>
                </a:lnTo>
                <a:lnTo>
                  <a:pt x="994" y="141"/>
                </a:lnTo>
                <a:lnTo>
                  <a:pt x="1083" y="104"/>
                </a:lnTo>
                <a:lnTo>
                  <a:pt x="1174" y="73"/>
                </a:lnTo>
                <a:lnTo>
                  <a:pt x="1268" y="47"/>
                </a:lnTo>
                <a:lnTo>
                  <a:pt x="1364" y="27"/>
                </a:lnTo>
                <a:lnTo>
                  <a:pt x="1460" y="12"/>
                </a:lnTo>
                <a:lnTo>
                  <a:pt x="1560" y="3"/>
                </a:lnTo>
                <a:lnTo>
                  <a:pt x="1661" y="0"/>
                </a:lnTo>
                <a:close/>
              </a:path>
            </a:pathLst>
          </a:custGeom>
          <a:solidFill>
            <a:srgbClr val="93C9E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>
              <a:solidFill>
                <a:prstClr val="black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971142" y="3849454"/>
            <a:ext cx="3275256" cy="4944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2000" b="1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국가별 매상 데이터 시각화</a:t>
            </a:r>
            <a:endParaRPr lang="en-US" altLang="ko-KR" sz="2000" b="1" kern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7332949" y="3974616"/>
            <a:ext cx="0" cy="2124000"/>
          </a:xfrm>
          <a:prstGeom prst="line">
            <a:avLst/>
          </a:prstGeom>
          <a:ln>
            <a:solidFill>
              <a:srgbClr val="C9C4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32949" y="3974616"/>
            <a:ext cx="174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〮</a:t>
            </a:r>
            <a:r>
              <a:rPr lang="ko-KR" altLang="en-US" dirty="0" err="1" smtClean="0"/>
              <a:t>코드설명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435048" y="4506860"/>
            <a:ext cx="4301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geom_bar</a:t>
            </a:r>
            <a:r>
              <a:rPr lang="ko-KR" altLang="en-US" dirty="0" smtClean="0"/>
              <a:t>함수를 활용하여 </a:t>
            </a:r>
            <a:endParaRPr lang="en-US" altLang="ko-KR" dirty="0" smtClean="0"/>
          </a:p>
          <a:p>
            <a:r>
              <a:rPr lang="ko-KR" altLang="en-US" dirty="0" smtClean="0"/>
              <a:t>국가별 </a:t>
            </a:r>
            <a:r>
              <a:rPr lang="en-US" altLang="ko-KR" dirty="0" smtClean="0"/>
              <a:t>group=1</a:t>
            </a:r>
            <a:r>
              <a:rPr lang="ko-KR" altLang="en-US" dirty="0" smtClean="0"/>
              <a:t>을</a:t>
            </a:r>
            <a:r>
              <a:rPr lang="en-US" altLang="ko-KR" dirty="0" smtClean="0"/>
              <a:t> </a:t>
            </a:r>
            <a:r>
              <a:rPr lang="ko-KR" altLang="en-US" dirty="0" smtClean="0"/>
              <a:t>사용해 </a:t>
            </a:r>
            <a:endParaRPr lang="en-US" altLang="ko-KR" dirty="0" smtClean="0"/>
          </a:p>
          <a:p>
            <a:r>
              <a:rPr lang="ko-KR" altLang="en-US" dirty="0" smtClean="0"/>
              <a:t>전체에 대한 비율 산출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4285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C9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DA899EA-5290-4466-9CDB-D71C1B2EDCFA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endParaRPr lang="ko-KR" altLang="en-US" sz="7200" kern="0" dirty="0">
              <a:solidFill>
                <a:prstClr val="white"/>
              </a:solidFill>
            </a:endParaRPr>
          </a:p>
        </p:txBody>
      </p:sp>
      <p:sp>
        <p:nvSpPr>
          <p:cNvPr id="7" name="모서리가 둥근 직사각형 5">
            <a:extLst>
              <a:ext uri="{FF2B5EF4-FFF2-40B4-BE49-F238E27FC236}">
                <a16:creationId xmlns:a16="http://schemas.microsoft.com/office/drawing/2014/main" id="{978B0B98-AD96-4F4D-A1D3-E344E7E3ADFB}"/>
              </a:ext>
            </a:extLst>
          </p:cNvPr>
          <p:cNvSpPr/>
          <p:nvPr/>
        </p:nvSpPr>
        <p:spPr>
          <a:xfrm>
            <a:off x="222422" y="225404"/>
            <a:ext cx="11747157" cy="635392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dist="127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3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부록</a:t>
            </a:r>
            <a:r>
              <a:rPr lang="en-US" altLang="ko-KR" sz="2000" b="1" i="1" kern="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endParaRPr lang="en-US" altLang="ko-KR" sz="2000" b="1" i="1" kern="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07" y="1304711"/>
            <a:ext cx="8857490" cy="4699385"/>
          </a:xfrm>
          <a:prstGeom prst="rect">
            <a:avLst/>
          </a:prstGeom>
        </p:spPr>
      </p:pic>
      <p:cxnSp>
        <p:nvCxnSpPr>
          <p:cNvPr id="5" name="직선 연결선 4"/>
          <p:cNvCxnSpPr/>
          <p:nvPr/>
        </p:nvCxnSpPr>
        <p:spPr>
          <a:xfrm>
            <a:off x="9516320" y="1304720"/>
            <a:ext cx="0" cy="2124000"/>
          </a:xfrm>
          <a:prstGeom prst="line">
            <a:avLst/>
          </a:prstGeom>
          <a:ln>
            <a:solidFill>
              <a:srgbClr val="C9C4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516320" y="1304720"/>
            <a:ext cx="174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〮</a:t>
            </a:r>
            <a:r>
              <a:rPr lang="ko-KR" altLang="en-US" dirty="0" err="1" smtClean="0"/>
              <a:t>코드설명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1753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C9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DA899EA-5290-4466-9CDB-D71C1B2EDCFA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defRPr/>
            </a:pPr>
            <a:endParaRPr lang="ko-KR" altLang="en-US" sz="7200" kern="0" dirty="0">
              <a:solidFill>
                <a:prstClr val="white"/>
              </a:solidFill>
            </a:endParaRPr>
          </a:p>
        </p:txBody>
      </p:sp>
      <p:sp>
        <p:nvSpPr>
          <p:cNvPr id="7" name="모서리가 둥근 직사각형 5">
            <a:extLst>
              <a:ext uri="{FF2B5EF4-FFF2-40B4-BE49-F238E27FC236}">
                <a16:creationId xmlns:a16="http://schemas.microsoft.com/office/drawing/2014/main" id="{978B0B98-AD96-4F4D-A1D3-E344E7E3ADFB}"/>
              </a:ext>
            </a:extLst>
          </p:cNvPr>
          <p:cNvSpPr/>
          <p:nvPr/>
        </p:nvSpPr>
        <p:spPr>
          <a:xfrm>
            <a:off x="222422" y="225404"/>
            <a:ext cx="11747157" cy="635392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dist="127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34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부록</a:t>
            </a:r>
            <a:r>
              <a:rPr lang="en-US" altLang="ko-KR" sz="2000" b="1" i="1" kern="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endParaRPr lang="en-US" altLang="ko-KR" sz="2000" b="1" i="1" kern="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842616" y="850788"/>
            <a:ext cx="462979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2000" b="1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글로벌기업 상위 </a:t>
            </a:r>
            <a:r>
              <a:rPr lang="en-US" altLang="ko-KR" sz="2000" b="1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7</a:t>
            </a:r>
            <a:r>
              <a:rPr lang="ko-KR" altLang="en-US" sz="2000" b="1" kern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개 </a:t>
            </a:r>
            <a:r>
              <a:rPr lang="ko-KR" altLang="en-US" sz="20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이익률</a:t>
            </a:r>
            <a:r>
              <a:rPr lang="ko-KR" altLang="en-US" sz="20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ko-KR" altLang="en-US" sz="20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비교분석 </a:t>
            </a:r>
            <a:endParaRPr lang="en-US" altLang="ko-KR" sz="2000" b="1" kern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Freeform 6"/>
          <p:cNvSpPr>
            <a:spLocks noEditPoints="1"/>
          </p:cNvSpPr>
          <p:nvPr/>
        </p:nvSpPr>
        <p:spPr bwMode="auto">
          <a:xfrm>
            <a:off x="346301" y="991736"/>
            <a:ext cx="368075" cy="367078"/>
          </a:xfrm>
          <a:custGeom>
            <a:avLst/>
            <a:gdLst>
              <a:gd name="T0" fmla="*/ 1494 w 3321"/>
              <a:gd name="T1" fmla="*/ 2318 h 3312"/>
              <a:gd name="T2" fmla="*/ 1494 w 3321"/>
              <a:gd name="T3" fmla="*/ 1855 h 3312"/>
              <a:gd name="T4" fmla="*/ 1753 w 3321"/>
              <a:gd name="T5" fmla="*/ 3 h 3312"/>
              <a:gd name="T6" fmla="*/ 2027 w 3321"/>
              <a:gd name="T7" fmla="*/ 42 h 3312"/>
              <a:gd name="T8" fmla="*/ 2291 w 3321"/>
              <a:gd name="T9" fmla="*/ 115 h 3312"/>
              <a:gd name="T10" fmla="*/ 1885 w 3321"/>
              <a:gd name="T11" fmla="*/ 349 h 3312"/>
              <a:gd name="T12" fmla="*/ 1661 w 3321"/>
              <a:gd name="T13" fmla="*/ 331 h 3312"/>
              <a:gd name="T14" fmla="*/ 1394 w 3321"/>
              <a:gd name="T15" fmla="*/ 358 h 3312"/>
              <a:gd name="T16" fmla="*/ 1145 w 3321"/>
              <a:gd name="T17" fmla="*/ 437 h 3312"/>
              <a:gd name="T18" fmla="*/ 919 w 3321"/>
              <a:gd name="T19" fmla="*/ 559 h 3312"/>
              <a:gd name="T20" fmla="*/ 723 w 3321"/>
              <a:gd name="T21" fmla="*/ 721 h 3312"/>
              <a:gd name="T22" fmla="*/ 561 w 3321"/>
              <a:gd name="T23" fmla="*/ 916 h 3312"/>
              <a:gd name="T24" fmla="*/ 438 w 3321"/>
              <a:gd name="T25" fmla="*/ 1142 h 3312"/>
              <a:gd name="T26" fmla="*/ 359 w 3321"/>
              <a:gd name="T27" fmla="*/ 1390 h 3312"/>
              <a:gd name="T28" fmla="*/ 332 w 3321"/>
              <a:gd name="T29" fmla="*/ 1656 h 3312"/>
              <a:gd name="T30" fmla="*/ 359 w 3321"/>
              <a:gd name="T31" fmla="*/ 1922 h 3312"/>
              <a:gd name="T32" fmla="*/ 438 w 3321"/>
              <a:gd name="T33" fmla="*/ 2170 h 3312"/>
              <a:gd name="T34" fmla="*/ 561 w 3321"/>
              <a:gd name="T35" fmla="*/ 2396 h 3312"/>
              <a:gd name="T36" fmla="*/ 723 w 3321"/>
              <a:gd name="T37" fmla="*/ 2591 h 3312"/>
              <a:gd name="T38" fmla="*/ 919 w 3321"/>
              <a:gd name="T39" fmla="*/ 2753 h 3312"/>
              <a:gd name="T40" fmla="*/ 1145 w 3321"/>
              <a:gd name="T41" fmla="*/ 2875 h 3312"/>
              <a:gd name="T42" fmla="*/ 1394 w 3321"/>
              <a:gd name="T43" fmla="*/ 2954 h 3312"/>
              <a:gd name="T44" fmla="*/ 1661 w 3321"/>
              <a:gd name="T45" fmla="*/ 2981 h 3312"/>
              <a:gd name="T46" fmla="*/ 1927 w 3321"/>
              <a:gd name="T47" fmla="*/ 2954 h 3312"/>
              <a:gd name="T48" fmla="*/ 2176 w 3321"/>
              <a:gd name="T49" fmla="*/ 2875 h 3312"/>
              <a:gd name="T50" fmla="*/ 2402 w 3321"/>
              <a:gd name="T51" fmla="*/ 2753 h 3312"/>
              <a:gd name="T52" fmla="*/ 2598 w 3321"/>
              <a:gd name="T53" fmla="*/ 2591 h 3312"/>
              <a:gd name="T54" fmla="*/ 2760 w 3321"/>
              <a:gd name="T55" fmla="*/ 2396 h 3312"/>
              <a:gd name="T56" fmla="*/ 2883 w 3321"/>
              <a:gd name="T57" fmla="*/ 2170 h 3312"/>
              <a:gd name="T58" fmla="*/ 2962 w 3321"/>
              <a:gd name="T59" fmla="*/ 1922 h 3312"/>
              <a:gd name="T60" fmla="*/ 2989 w 3321"/>
              <a:gd name="T61" fmla="*/ 1656 h 3312"/>
              <a:gd name="T62" fmla="*/ 3309 w 3321"/>
              <a:gd name="T63" fmla="*/ 1856 h 3312"/>
              <a:gd name="T64" fmla="*/ 3248 w 3321"/>
              <a:gd name="T65" fmla="*/ 2141 h 3312"/>
              <a:gd name="T66" fmla="*/ 3139 w 3321"/>
              <a:gd name="T67" fmla="*/ 2407 h 3312"/>
              <a:gd name="T68" fmla="*/ 2988 w 3321"/>
              <a:gd name="T69" fmla="*/ 2648 h 3312"/>
              <a:gd name="T70" fmla="*/ 2799 w 3321"/>
              <a:gd name="T71" fmla="*/ 2858 h 3312"/>
              <a:gd name="T72" fmla="*/ 2577 w 3321"/>
              <a:gd name="T73" fmla="*/ 3035 h 3312"/>
              <a:gd name="T74" fmla="*/ 2327 w 3321"/>
              <a:gd name="T75" fmla="*/ 3171 h 3312"/>
              <a:gd name="T76" fmla="*/ 2053 w 3321"/>
              <a:gd name="T77" fmla="*/ 3265 h 3312"/>
              <a:gd name="T78" fmla="*/ 1761 w 3321"/>
              <a:gd name="T79" fmla="*/ 3309 h 3312"/>
              <a:gd name="T80" fmla="*/ 1460 w 3321"/>
              <a:gd name="T81" fmla="*/ 3300 h 3312"/>
              <a:gd name="T82" fmla="*/ 1174 w 3321"/>
              <a:gd name="T83" fmla="*/ 3239 h 3312"/>
              <a:gd name="T84" fmla="*/ 908 w 3321"/>
              <a:gd name="T85" fmla="*/ 3130 h 3312"/>
              <a:gd name="T86" fmla="*/ 666 w 3321"/>
              <a:gd name="T87" fmla="*/ 2980 h 3312"/>
              <a:gd name="T88" fmla="*/ 455 w 3321"/>
              <a:gd name="T89" fmla="*/ 2791 h 3312"/>
              <a:gd name="T90" fmla="*/ 278 w 3321"/>
              <a:gd name="T91" fmla="*/ 2570 h 3312"/>
              <a:gd name="T92" fmla="*/ 141 w 3321"/>
              <a:gd name="T93" fmla="*/ 2320 h 3312"/>
              <a:gd name="T94" fmla="*/ 47 w 3321"/>
              <a:gd name="T95" fmla="*/ 2047 h 3312"/>
              <a:gd name="T96" fmla="*/ 3 w 3321"/>
              <a:gd name="T97" fmla="*/ 1756 h 3312"/>
              <a:gd name="T98" fmla="*/ 12 w 3321"/>
              <a:gd name="T99" fmla="*/ 1456 h 3312"/>
              <a:gd name="T100" fmla="*/ 73 w 3321"/>
              <a:gd name="T101" fmla="*/ 1171 h 3312"/>
              <a:gd name="T102" fmla="*/ 182 w 3321"/>
              <a:gd name="T103" fmla="*/ 905 h 3312"/>
              <a:gd name="T104" fmla="*/ 333 w 3321"/>
              <a:gd name="T105" fmla="*/ 664 h 3312"/>
              <a:gd name="T106" fmla="*/ 522 w 3321"/>
              <a:gd name="T107" fmla="*/ 454 h 3312"/>
              <a:gd name="T108" fmla="*/ 744 w 3321"/>
              <a:gd name="T109" fmla="*/ 277 h 3312"/>
              <a:gd name="T110" fmla="*/ 994 w 3321"/>
              <a:gd name="T111" fmla="*/ 141 h 3312"/>
              <a:gd name="T112" fmla="*/ 1268 w 3321"/>
              <a:gd name="T113" fmla="*/ 47 h 3312"/>
              <a:gd name="T114" fmla="*/ 1560 w 3321"/>
              <a:gd name="T115" fmla="*/ 3 h 3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21" h="3312">
                <a:moveTo>
                  <a:pt x="2922" y="431"/>
                </a:moveTo>
                <a:lnTo>
                  <a:pt x="3155" y="662"/>
                </a:lnTo>
                <a:lnTo>
                  <a:pt x="1494" y="2318"/>
                </a:lnTo>
                <a:lnTo>
                  <a:pt x="748" y="1574"/>
                </a:lnTo>
                <a:lnTo>
                  <a:pt x="979" y="1341"/>
                </a:lnTo>
                <a:lnTo>
                  <a:pt x="1494" y="1855"/>
                </a:lnTo>
                <a:lnTo>
                  <a:pt x="2922" y="431"/>
                </a:lnTo>
                <a:close/>
                <a:moveTo>
                  <a:pt x="1661" y="0"/>
                </a:moveTo>
                <a:lnTo>
                  <a:pt x="1753" y="3"/>
                </a:lnTo>
                <a:lnTo>
                  <a:pt x="1845" y="11"/>
                </a:lnTo>
                <a:lnTo>
                  <a:pt x="1936" y="25"/>
                </a:lnTo>
                <a:lnTo>
                  <a:pt x="2027" y="42"/>
                </a:lnTo>
                <a:lnTo>
                  <a:pt x="2116" y="63"/>
                </a:lnTo>
                <a:lnTo>
                  <a:pt x="2205" y="88"/>
                </a:lnTo>
                <a:lnTo>
                  <a:pt x="2291" y="115"/>
                </a:lnTo>
                <a:lnTo>
                  <a:pt x="2026" y="380"/>
                </a:lnTo>
                <a:lnTo>
                  <a:pt x="1956" y="363"/>
                </a:lnTo>
                <a:lnTo>
                  <a:pt x="1885" y="349"/>
                </a:lnTo>
                <a:lnTo>
                  <a:pt x="1813" y="339"/>
                </a:lnTo>
                <a:lnTo>
                  <a:pt x="1738" y="333"/>
                </a:lnTo>
                <a:lnTo>
                  <a:pt x="1661" y="331"/>
                </a:lnTo>
                <a:lnTo>
                  <a:pt x="1570" y="334"/>
                </a:lnTo>
                <a:lnTo>
                  <a:pt x="1481" y="344"/>
                </a:lnTo>
                <a:lnTo>
                  <a:pt x="1394" y="358"/>
                </a:lnTo>
                <a:lnTo>
                  <a:pt x="1308" y="379"/>
                </a:lnTo>
                <a:lnTo>
                  <a:pt x="1226" y="405"/>
                </a:lnTo>
                <a:lnTo>
                  <a:pt x="1145" y="437"/>
                </a:lnTo>
                <a:lnTo>
                  <a:pt x="1067" y="472"/>
                </a:lnTo>
                <a:lnTo>
                  <a:pt x="991" y="513"/>
                </a:lnTo>
                <a:lnTo>
                  <a:pt x="919" y="559"/>
                </a:lnTo>
                <a:lnTo>
                  <a:pt x="850" y="608"/>
                </a:lnTo>
                <a:lnTo>
                  <a:pt x="785" y="662"/>
                </a:lnTo>
                <a:lnTo>
                  <a:pt x="723" y="721"/>
                </a:lnTo>
                <a:lnTo>
                  <a:pt x="664" y="783"/>
                </a:lnTo>
                <a:lnTo>
                  <a:pt x="610" y="848"/>
                </a:lnTo>
                <a:lnTo>
                  <a:pt x="561" y="916"/>
                </a:lnTo>
                <a:lnTo>
                  <a:pt x="514" y="989"/>
                </a:lnTo>
                <a:lnTo>
                  <a:pt x="473" y="1064"/>
                </a:lnTo>
                <a:lnTo>
                  <a:pt x="438" y="1142"/>
                </a:lnTo>
                <a:lnTo>
                  <a:pt x="407" y="1222"/>
                </a:lnTo>
                <a:lnTo>
                  <a:pt x="380" y="1305"/>
                </a:lnTo>
                <a:lnTo>
                  <a:pt x="359" y="1390"/>
                </a:lnTo>
                <a:lnTo>
                  <a:pt x="345" y="1477"/>
                </a:lnTo>
                <a:lnTo>
                  <a:pt x="335" y="1566"/>
                </a:lnTo>
                <a:lnTo>
                  <a:pt x="332" y="1656"/>
                </a:lnTo>
                <a:lnTo>
                  <a:pt x="335" y="1746"/>
                </a:lnTo>
                <a:lnTo>
                  <a:pt x="345" y="1835"/>
                </a:lnTo>
                <a:lnTo>
                  <a:pt x="359" y="1922"/>
                </a:lnTo>
                <a:lnTo>
                  <a:pt x="380" y="2007"/>
                </a:lnTo>
                <a:lnTo>
                  <a:pt x="407" y="2090"/>
                </a:lnTo>
                <a:lnTo>
                  <a:pt x="438" y="2170"/>
                </a:lnTo>
                <a:lnTo>
                  <a:pt x="473" y="2248"/>
                </a:lnTo>
                <a:lnTo>
                  <a:pt x="514" y="2323"/>
                </a:lnTo>
                <a:lnTo>
                  <a:pt x="561" y="2396"/>
                </a:lnTo>
                <a:lnTo>
                  <a:pt x="610" y="2464"/>
                </a:lnTo>
                <a:lnTo>
                  <a:pt x="664" y="2529"/>
                </a:lnTo>
                <a:lnTo>
                  <a:pt x="723" y="2591"/>
                </a:lnTo>
                <a:lnTo>
                  <a:pt x="785" y="2650"/>
                </a:lnTo>
                <a:lnTo>
                  <a:pt x="850" y="2704"/>
                </a:lnTo>
                <a:lnTo>
                  <a:pt x="919" y="2753"/>
                </a:lnTo>
                <a:lnTo>
                  <a:pt x="991" y="2799"/>
                </a:lnTo>
                <a:lnTo>
                  <a:pt x="1067" y="2840"/>
                </a:lnTo>
                <a:lnTo>
                  <a:pt x="1145" y="2875"/>
                </a:lnTo>
                <a:lnTo>
                  <a:pt x="1226" y="2907"/>
                </a:lnTo>
                <a:lnTo>
                  <a:pt x="1308" y="2933"/>
                </a:lnTo>
                <a:lnTo>
                  <a:pt x="1394" y="2954"/>
                </a:lnTo>
                <a:lnTo>
                  <a:pt x="1481" y="2968"/>
                </a:lnTo>
                <a:lnTo>
                  <a:pt x="1570" y="2978"/>
                </a:lnTo>
                <a:lnTo>
                  <a:pt x="1661" y="2981"/>
                </a:lnTo>
                <a:lnTo>
                  <a:pt x="1751" y="2978"/>
                </a:lnTo>
                <a:lnTo>
                  <a:pt x="1840" y="2968"/>
                </a:lnTo>
                <a:lnTo>
                  <a:pt x="1927" y="2954"/>
                </a:lnTo>
                <a:lnTo>
                  <a:pt x="2013" y="2933"/>
                </a:lnTo>
                <a:lnTo>
                  <a:pt x="2095" y="2907"/>
                </a:lnTo>
                <a:lnTo>
                  <a:pt x="2176" y="2875"/>
                </a:lnTo>
                <a:lnTo>
                  <a:pt x="2254" y="2840"/>
                </a:lnTo>
                <a:lnTo>
                  <a:pt x="2330" y="2799"/>
                </a:lnTo>
                <a:lnTo>
                  <a:pt x="2402" y="2753"/>
                </a:lnTo>
                <a:lnTo>
                  <a:pt x="2471" y="2704"/>
                </a:lnTo>
                <a:lnTo>
                  <a:pt x="2536" y="2650"/>
                </a:lnTo>
                <a:lnTo>
                  <a:pt x="2598" y="2591"/>
                </a:lnTo>
                <a:lnTo>
                  <a:pt x="2657" y="2529"/>
                </a:lnTo>
                <a:lnTo>
                  <a:pt x="2711" y="2464"/>
                </a:lnTo>
                <a:lnTo>
                  <a:pt x="2760" y="2396"/>
                </a:lnTo>
                <a:lnTo>
                  <a:pt x="2807" y="2323"/>
                </a:lnTo>
                <a:lnTo>
                  <a:pt x="2848" y="2248"/>
                </a:lnTo>
                <a:lnTo>
                  <a:pt x="2883" y="2170"/>
                </a:lnTo>
                <a:lnTo>
                  <a:pt x="2914" y="2090"/>
                </a:lnTo>
                <a:lnTo>
                  <a:pt x="2941" y="2007"/>
                </a:lnTo>
                <a:lnTo>
                  <a:pt x="2962" y="1922"/>
                </a:lnTo>
                <a:lnTo>
                  <a:pt x="2976" y="1835"/>
                </a:lnTo>
                <a:lnTo>
                  <a:pt x="2986" y="1746"/>
                </a:lnTo>
                <a:lnTo>
                  <a:pt x="2989" y="1656"/>
                </a:lnTo>
                <a:lnTo>
                  <a:pt x="3321" y="1656"/>
                </a:lnTo>
                <a:lnTo>
                  <a:pt x="3318" y="1756"/>
                </a:lnTo>
                <a:lnTo>
                  <a:pt x="3309" y="1856"/>
                </a:lnTo>
                <a:lnTo>
                  <a:pt x="3294" y="1952"/>
                </a:lnTo>
                <a:lnTo>
                  <a:pt x="3274" y="2047"/>
                </a:lnTo>
                <a:lnTo>
                  <a:pt x="3248" y="2141"/>
                </a:lnTo>
                <a:lnTo>
                  <a:pt x="3216" y="2232"/>
                </a:lnTo>
                <a:lnTo>
                  <a:pt x="3180" y="2320"/>
                </a:lnTo>
                <a:lnTo>
                  <a:pt x="3139" y="2407"/>
                </a:lnTo>
                <a:lnTo>
                  <a:pt x="3094" y="2490"/>
                </a:lnTo>
                <a:lnTo>
                  <a:pt x="3043" y="2570"/>
                </a:lnTo>
                <a:lnTo>
                  <a:pt x="2988" y="2648"/>
                </a:lnTo>
                <a:lnTo>
                  <a:pt x="2930" y="2721"/>
                </a:lnTo>
                <a:lnTo>
                  <a:pt x="2866" y="2791"/>
                </a:lnTo>
                <a:lnTo>
                  <a:pt x="2799" y="2858"/>
                </a:lnTo>
                <a:lnTo>
                  <a:pt x="2728" y="2922"/>
                </a:lnTo>
                <a:lnTo>
                  <a:pt x="2655" y="2980"/>
                </a:lnTo>
                <a:lnTo>
                  <a:pt x="2577" y="3035"/>
                </a:lnTo>
                <a:lnTo>
                  <a:pt x="2497" y="3085"/>
                </a:lnTo>
                <a:lnTo>
                  <a:pt x="2413" y="3130"/>
                </a:lnTo>
                <a:lnTo>
                  <a:pt x="2327" y="3171"/>
                </a:lnTo>
                <a:lnTo>
                  <a:pt x="2238" y="3208"/>
                </a:lnTo>
                <a:lnTo>
                  <a:pt x="2147" y="3239"/>
                </a:lnTo>
                <a:lnTo>
                  <a:pt x="2053" y="3265"/>
                </a:lnTo>
                <a:lnTo>
                  <a:pt x="1957" y="3285"/>
                </a:lnTo>
                <a:lnTo>
                  <a:pt x="1861" y="3300"/>
                </a:lnTo>
                <a:lnTo>
                  <a:pt x="1761" y="3309"/>
                </a:lnTo>
                <a:lnTo>
                  <a:pt x="1661" y="3312"/>
                </a:lnTo>
                <a:lnTo>
                  <a:pt x="1560" y="3309"/>
                </a:lnTo>
                <a:lnTo>
                  <a:pt x="1460" y="3300"/>
                </a:lnTo>
                <a:lnTo>
                  <a:pt x="1364" y="3285"/>
                </a:lnTo>
                <a:lnTo>
                  <a:pt x="1268" y="3265"/>
                </a:lnTo>
                <a:lnTo>
                  <a:pt x="1174" y="3239"/>
                </a:lnTo>
                <a:lnTo>
                  <a:pt x="1083" y="3208"/>
                </a:lnTo>
                <a:lnTo>
                  <a:pt x="994" y="3171"/>
                </a:lnTo>
                <a:lnTo>
                  <a:pt x="908" y="3130"/>
                </a:lnTo>
                <a:lnTo>
                  <a:pt x="824" y="3085"/>
                </a:lnTo>
                <a:lnTo>
                  <a:pt x="744" y="3035"/>
                </a:lnTo>
                <a:lnTo>
                  <a:pt x="666" y="2980"/>
                </a:lnTo>
                <a:lnTo>
                  <a:pt x="593" y="2922"/>
                </a:lnTo>
                <a:lnTo>
                  <a:pt x="522" y="2858"/>
                </a:lnTo>
                <a:lnTo>
                  <a:pt x="455" y="2791"/>
                </a:lnTo>
                <a:lnTo>
                  <a:pt x="391" y="2721"/>
                </a:lnTo>
                <a:lnTo>
                  <a:pt x="333" y="2648"/>
                </a:lnTo>
                <a:lnTo>
                  <a:pt x="278" y="2570"/>
                </a:lnTo>
                <a:lnTo>
                  <a:pt x="227" y="2490"/>
                </a:lnTo>
                <a:lnTo>
                  <a:pt x="182" y="2407"/>
                </a:lnTo>
                <a:lnTo>
                  <a:pt x="141" y="2320"/>
                </a:lnTo>
                <a:lnTo>
                  <a:pt x="105" y="2232"/>
                </a:lnTo>
                <a:lnTo>
                  <a:pt x="73" y="2141"/>
                </a:lnTo>
                <a:lnTo>
                  <a:pt x="47" y="2047"/>
                </a:lnTo>
                <a:lnTo>
                  <a:pt x="27" y="1952"/>
                </a:lnTo>
                <a:lnTo>
                  <a:pt x="12" y="1856"/>
                </a:lnTo>
                <a:lnTo>
                  <a:pt x="3" y="1756"/>
                </a:lnTo>
                <a:lnTo>
                  <a:pt x="0" y="1656"/>
                </a:lnTo>
                <a:lnTo>
                  <a:pt x="3" y="1556"/>
                </a:lnTo>
                <a:lnTo>
                  <a:pt x="12" y="1456"/>
                </a:lnTo>
                <a:lnTo>
                  <a:pt x="27" y="1360"/>
                </a:lnTo>
                <a:lnTo>
                  <a:pt x="47" y="1265"/>
                </a:lnTo>
                <a:lnTo>
                  <a:pt x="73" y="1171"/>
                </a:lnTo>
                <a:lnTo>
                  <a:pt x="105" y="1080"/>
                </a:lnTo>
                <a:lnTo>
                  <a:pt x="141" y="992"/>
                </a:lnTo>
                <a:lnTo>
                  <a:pt x="182" y="905"/>
                </a:lnTo>
                <a:lnTo>
                  <a:pt x="227" y="822"/>
                </a:lnTo>
                <a:lnTo>
                  <a:pt x="278" y="742"/>
                </a:lnTo>
                <a:lnTo>
                  <a:pt x="333" y="664"/>
                </a:lnTo>
                <a:lnTo>
                  <a:pt x="391" y="591"/>
                </a:lnTo>
                <a:lnTo>
                  <a:pt x="455" y="521"/>
                </a:lnTo>
                <a:lnTo>
                  <a:pt x="522" y="454"/>
                </a:lnTo>
                <a:lnTo>
                  <a:pt x="593" y="390"/>
                </a:lnTo>
                <a:lnTo>
                  <a:pt x="666" y="332"/>
                </a:lnTo>
                <a:lnTo>
                  <a:pt x="744" y="277"/>
                </a:lnTo>
                <a:lnTo>
                  <a:pt x="824" y="227"/>
                </a:lnTo>
                <a:lnTo>
                  <a:pt x="908" y="182"/>
                </a:lnTo>
                <a:lnTo>
                  <a:pt x="994" y="141"/>
                </a:lnTo>
                <a:lnTo>
                  <a:pt x="1083" y="104"/>
                </a:lnTo>
                <a:lnTo>
                  <a:pt x="1174" y="73"/>
                </a:lnTo>
                <a:lnTo>
                  <a:pt x="1268" y="47"/>
                </a:lnTo>
                <a:lnTo>
                  <a:pt x="1364" y="27"/>
                </a:lnTo>
                <a:lnTo>
                  <a:pt x="1460" y="12"/>
                </a:lnTo>
                <a:lnTo>
                  <a:pt x="1560" y="3"/>
                </a:lnTo>
                <a:lnTo>
                  <a:pt x="1661" y="0"/>
                </a:lnTo>
                <a:close/>
              </a:path>
            </a:pathLst>
          </a:custGeom>
          <a:solidFill>
            <a:srgbClr val="93C9E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400">
              <a:solidFill>
                <a:prstClr val="black"/>
              </a:solidFill>
            </a:endParaRPr>
          </a:p>
        </p:txBody>
      </p:sp>
      <p:cxnSp>
        <p:nvCxnSpPr>
          <p:cNvPr id="55" name="직선 연결선 54"/>
          <p:cNvCxnSpPr/>
          <p:nvPr/>
        </p:nvCxnSpPr>
        <p:spPr>
          <a:xfrm>
            <a:off x="8948691" y="1499762"/>
            <a:ext cx="0" cy="2124000"/>
          </a:xfrm>
          <a:prstGeom prst="line">
            <a:avLst/>
          </a:prstGeom>
          <a:ln>
            <a:solidFill>
              <a:srgbClr val="C9C4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948691" y="1499762"/>
            <a:ext cx="174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〮</a:t>
            </a:r>
            <a:r>
              <a:rPr lang="ko-KR" altLang="en-US" dirty="0" err="1" smtClean="0"/>
              <a:t>코드설명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3897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C9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/>
          <p:cNvGrpSpPr/>
          <p:nvPr/>
        </p:nvGrpSpPr>
        <p:grpSpPr>
          <a:xfrm>
            <a:off x="2538184" y="1806775"/>
            <a:ext cx="7643674" cy="1809542"/>
            <a:chOff x="488950" y="4659084"/>
            <a:chExt cx="5448554" cy="2099131"/>
          </a:xfrm>
        </p:grpSpPr>
        <p:sp>
          <p:nvSpPr>
            <p:cNvPr id="5" name="직사각형 4"/>
            <p:cNvSpPr/>
            <p:nvPr/>
          </p:nvSpPr>
          <p:spPr>
            <a:xfrm>
              <a:off x="488950" y="4659084"/>
              <a:ext cx="5448554" cy="19830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dist="63500" dir="16200000" rotWithShape="0">
                <a:srgbClr val="BEE2FC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직각 삼각형 6"/>
            <p:cNvSpPr/>
            <p:nvPr/>
          </p:nvSpPr>
          <p:spPr>
            <a:xfrm flipV="1">
              <a:off x="651933" y="6656615"/>
              <a:ext cx="1917700" cy="101600"/>
            </a:xfrm>
            <a:prstGeom prst="rtTriangle">
              <a:avLst/>
            </a:prstGeom>
            <a:solidFill>
              <a:schemeClr val="tx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직각 삼각형 7"/>
            <p:cNvSpPr/>
            <p:nvPr/>
          </p:nvSpPr>
          <p:spPr>
            <a:xfrm flipH="1" flipV="1">
              <a:off x="3867785" y="6645272"/>
              <a:ext cx="1917700" cy="101600"/>
            </a:xfrm>
            <a:prstGeom prst="rtTriangle">
              <a:avLst/>
            </a:prstGeom>
            <a:solidFill>
              <a:schemeClr val="tx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" name="직사각형 1"/>
          <p:cNvSpPr/>
          <p:nvPr/>
        </p:nvSpPr>
        <p:spPr>
          <a:xfrm>
            <a:off x="3172236" y="2158353"/>
            <a:ext cx="6375569" cy="1006290"/>
          </a:xfrm>
          <a:prstGeom prst="rect">
            <a:avLst/>
          </a:prstGeom>
          <a:noFill/>
          <a:ln>
            <a:solidFill>
              <a:srgbClr val="BEE2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defRPr/>
            </a:pPr>
            <a:r>
              <a:rPr lang="ko-KR" altLang="en-US" sz="4000" b="1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감사합니다</a:t>
            </a:r>
            <a:endParaRPr lang="en-US" altLang="ko-KR" sz="4000" b="1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482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7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446</Words>
  <Application>Microsoft Office PowerPoint</Application>
  <PresentationFormat>와이드스크린</PresentationFormat>
  <Paragraphs>108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맑은 고딕</vt:lpstr>
      <vt:lpstr>Arial</vt:lpstr>
      <vt:lpstr>Times New Roman</vt:lpstr>
      <vt:lpstr>7_Office 테마</vt:lpstr>
      <vt:lpstr>3_Office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user</cp:lastModifiedBy>
  <cp:revision>32</cp:revision>
  <dcterms:created xsi:type="dcterms:W3CDTF">2021-10-12T06:04:13Z</dcterms:created>
  <dcterms:modified xsi:type="dcterms:W3CDTF">2022-05-30T16:27:14Z</dcterms:modified>
</cp:coreProperties>
</file>